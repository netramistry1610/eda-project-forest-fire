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38"/>
  </p:notesMasterIdLst>
  <p:handoutMasterIdLst>
    <p:handoutMasterId r:id="rId39"/>
  </p:handoutMasterIdLst>
  <p:sldIdLst>
    <p:sldId id="256" r:id="rId5"/>
    <p:sldId id="257" r:id="rId6"/>
    <p:sldId id="258" r:id="rId7"/>
    <p:sldId id="259" r:id="rId8"/>
    <p:sldId id="264" r:id="rId9"/>
    <p:sldId id="278" r:id="rId10"/>
    <p:sldId id="294" r:id="rId11"/>
    <p:sldId id="265" r:id="rId12"/>
    <p:sldId id="279" r:id="rId13"/>
    <p:sldId id="268" r:id="rId14"/>
    <p:sldId id="269" r:id="rId15"/>
    <p:sldId id="270" r:id="rId16"/>
    <p:sldId id="280" r:id="rId17"/>
    <p:sldId id="281" r:id="rId18"/>
    <p:sldId id="282" r:id="rId19"/>
    <p:sldId id="283" r:id="rId20"/>
    <p:sldId id="284" r:id="rId21"/>
    <p:sldId id="286" r:id="rId22"/>
    <p:sldId id="287" r:id="rId23"/>
    <p:sldId id="288" r:id="rId24"/>
    <p:sldId id="289" r:id="rId25"/>
    <p:sldId id="272" r:id="rId26"/>
    <p:sldId id="273" r:id="rId27"/>
    <p:sldId id="271" r:id="rId28"/>
    <p:sldId id="274" r:id="rId29"/>
    <p:sldId id="275" r:id="rId30"/>
    <p:sldId id="276" r:id="rId31"/>
    <p:sldId id="277" r:id="rId32"/>
    <p:sldId id="285" r:id="rId33"/>
    <p:sldId id="290" r:id="rId34"/>
    <p:sldId id="291" r:id="rId35"/>
    <p:sldId id="292" r:id="rId36"/>
    <p:sldId id="293" r:id="rId3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7" orient="horz" pos="2500" userDrawn="1">
          <p15:clr>
            <a:srgbClr val="A4A3A4"/>
          </p15:clr>
        </p15:guide>
        <p15:guide id="8" pos="495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1E4"/>
    <a:srgbClr val="B8D3E8"/>
    <a:srgbClr val="197DCE"/>
    <a:srgbClr val="BC7FBB"/>
    <a:srgbClr val="7FC6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84E427A-3D55-4303-BF80-6455036E1DE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63" autoAdjust="0"/>
    <p:restoredTop sz="94184" autoAdjust="0"/>
  </p:normalViewPr>
  <p:slideViewPr>
    <p:cSldViewPr snapToGrid="0" showGuides="1">
      <p:cViewPr varScale="1">
        <p:scale>
          <a:sx n="67" d="100"/>
          <a:sy n="67" d="100"/>
        </p:scale>
        <p:origin x="864" y="72"/>
      </p:cViewPr>
      <p:guideLst>
        <p:guide pos="3840"/>
        <p:guide orient="horz" pos="2500"/>
        <p:guide pos="4951"/>
      </p:guideLst>
    </p:cSldViewPr>
  </p:slideViewPr>
  <p:outlineViewPr>
    <p:cViewPr>
      <p:scale>
        <a:sx n="33" d="100"/>
        <a:sy n="33" d="100"/>
      </p:scale>
      <p:origin x="0" y="-10020"/>
    </p:cViewPr>
  </p:outlineViewPr>
  <p:notesTextViewPr>
    <p:cViewPr>
      <p:scale>
        <a:sx n="1" d="1"/>
        <a:sy n="1" d="1"/>
      </p:scale>
      <p:origin x="0" y="0"/>
    </p:cViewPr>
  </p:notesTextViewPr>
  <p:sorterViewPr>
    <p:cViewPr>
      <p:scale>
        <a:sx n="100" d="100"/>
        <a:sy n="100" d="100"/>
      </p:scale>
      <p:origin x="0" y="-2472"/>
    </p:cViewPr>
  </p:sorterViewPr>
  <p:notesViewPr>
    <p:cSldViewPr snapToGrid="0">
      <p:cViewPr varScale="1">
        <p:scale>
          <a:sx n="58" d="100"/>
          <a:sy n="58" d="100"/>
        </p:scale>
        <p:origin x="2965" y="4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8B8B31-1CFE-4A78-A796-40061C1B298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1F5D168-A009-4B34-B08F-277E0D6ABD9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D47A4C-1800-412B-9042-C93F1924AECC}" type="datetimeFigureOut">
              <a:rPr lang="en-US" smtClean="0"/>
              <a:t>10/5/2026</a:t>
            </a:fld>
            <a:endParaRPr lang="en-US" dirty="0"/>
          </a:p>
        </p:txBody>
      </p:sp>
      <p:sp>
        <p:nvSpPr>
          <p:cNvPr id="4" name="Footer Placeholder 3">
            <a:extLst>
              <a:ext uri="{FF2B5EF4-FFF2-40B4-BE49-F238E27FC236}">
                <a16:creationId xmlns:a16="http://schemas.microsoft.com/office/drawing/2014/main" id="{810C826E-30C5-4DD2-97CD-F700F8EBBF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4A1BE32A-EDDE-428D-8FA7-84F681D978C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81FD62-43B6-432F-96E1-BCDE3916E10C}" type="slidenum">
              <a:rPr lang="en-US" smtClean="0"/>
              <a:t>‹#›</a:t>
            </a:fld>
            <a:endParaRPr lang="en-US" dirty="0"/>
          </a:p>
        </p:txBody>
      </p:sp>
    </p:spTree>
    <p:extLst>
      <p:ext uri="{BB962C8B-B14F-4D97-AF65-F5344CB8AC3E}">
        <p14:creationId xmlns:p14="http://schemas.microsoft.com/office/powerpoint/2010/main" val="14993833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00EB3D-2307-4317-8A1D-B47FA45245F0}" type="datetimeFigureOut">
              <a:rPr lang="en-US" noProof="0" smtClean="0"/>
              <a:t>10/5/2026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D78A92-0141-4330-8F3E-FAADFAC23844}" type="slidenum">
              <a:rPr lang="en-US" noProof="0" smtClean="0"/>
              <a:t>‹#›</a:t>
            </a:fld>
            <a:endParaRPr lang="en-US" noProof="0" dirty="0"/>
          </a:p>
        </p:txBody>
      </p:sp>
    </p:spTree>
    <p:extLst>
      <p:ext uri="{BB962C8B-B14F-4D97-AF65-F5344CB8AC3E}">
        <p14:creationId xmlns:p14="http://schemas.microsoft.com/office/powerpoint/2010/main" val="1748887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Date">
    <p:spTree>
      <p:nvGrpSpPr>
        <p:cNvPr id="1" name=""/>
        <p:cNvGrpSpPr/>
        <p:nvPr/>
      </p:nvGrpSpPr>
      <p:grpSpPr>
        <a:xfrm>
          <a:off x="0" y="0"/>
          <a:ext cx="0" cy="0"/>
          <a:chOff x="0" y="0"/>
          <a:chExt cx="0" cy="0"/>
        </a:xfrm>
      </p:grpSpPr>
      <p:sp>
        <p:nvSpPr>
          <p:cNvPr id="3" name="Rectangle 2" descr="View of a mountain range">
            <a:extLst>
              <a:ext uri="{FF2B5EF4-FFF2-40B4-BE49-F238E27FC236}">
                <a16:creationId xmlns:a16="http://schemas.microsoft.com/office/drawing/2014/main" id="{1DAC5403-E1D0-4032-A9FE-410B2982643C}"/>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12" name="Rectangle 11">
            <a:extLst>
              <a:ext uri="{FF2B5EF4-FFF2-40B4-BE49-F238E27FC236}">
                <a16:creationId xmlns:a16="http://schemas.microsoft.com/office/drawing/2014/main" id="{D846C517-01CF-4924-81A5-DAD4CE0BFA6C}"/>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70000"/>
                </a:schemeClr>
              </a:gs>
              <a:gs pos="100000">
                <a:schemeClr val="accent3">
                  <a:alpha val="70000"/>
                </a:schemeClr>
              </a:gs>
            </a:gsLst>
            <a:lin ang="0" scaled="1"/>
            <a:tileRect/>
          </a:gradFill>
          <a:ln w="12700" cap="flat">
            <a:noFill/>
            <a:prstDash val="solid"/>
            <a:miter/>
          </a:ln>
        </p:spPr>
        <p:txBody>
          <a:bodyPr rtlCol="0" anchor="ctr"/>
          <a:lstStyle/>
          <a:p>
            <a:pPr algn="l"/>
            <a:endParaRPr lang="en-US" noProof="0" dirty="0"/>
          </a:p>
        </p:txBody>
      </p:sp>
      <p:sp>
        <p:nvSpPr>
          <p:cNvPr id="21" name="Text Placeholder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1680191"/>
            <a:ext cx="4367531" cy="324417"/>
          </a:xfrm>
        </p:spPr>
        <p:txBody>
          <a:bodyPr>
            <a:noAutofit/>
          </a:bodyPr>
          <a:lstStyle>
            <a:lvl1pPr marL="0" indent="0" algn="ctr">
              <a:buNone/>
              <a:defRPr sz="2000" b="1"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20XX</a:t>
            </a:r>
          </a:p>
        </p:txBody>
      </p:sp>
      <p:sp>
        <p:nvSpPr>
          <p:cNvPr id="2" name="Title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2107415"/>
            <a:ext cx="10117959" cy="2281355"/>
          </a:xfrm>
        </p:spPr>
        <p:txBody>
          <a:bodyPr>
            <a:noAutofit/>
          </a:bodyPr>
          <a:lstStyle>
            <a:lvl1pPr algn="ctr">
              <a:defRPr sz="8000" b="0">
                <a:solidFill>
                  <a:schemeClr val="bg1"/>
                </a:solidFill>
              </a:defRPr>
            </a:lvl1pPr>
          </a:lstStyle>
          <a:p>
            <a:r>
              <a:rPr lang="en-US" noProof="0"/>
              <a:t>PRESENTATION</a:t>
            </a:r>
            <a:br>
              <a:rPr lang="en-US" noProof="0"/>
            </a:br>
            <a:r>
              <a:rPr lang="en-US" noProof="0"/>
              <a:t>TITLE</a:t>
            </a:r>
          </a:p>
        </p:txBody>
      </p:sp>
      <p:sp>
        <p:nvSpPr>
          <p:cNvPr id="23" name="Text Placeholder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1333943"/>
            <a:ext cx="4367531" cy="324417"/>
          </a:xfrm>
        </p:spPr>
        <p:txBody>
          <a:bodyPr>
            <a:noAutofit/>
          </a:bodyPr>
          <a:lstStyle>
            <a:lvl1pPr marL="0" indent="0" algn="ctr">
              <a:buNone/>
              <a:defRPr sz="23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Month</a:t>
            </a:r>
          </a:p>
        </p:txBody>
      </p:sp>
      <p:sp>
        <p:nvSpPr>
          <p:cNvPr id="36" name="Text Placeholder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4720037"/>
            <a:ext cx="10090287" cy="1101897"/>
          </a:xfrm>
        </p:spPr>
        <p:txBody>
          <a:bodyPr>
            <a:noAutofit/>
          </a:bodyPr>
          <a:lstStyle>
            <a:lvl1pPr marL="0" indent="0" algn="ctr">
              <a:buNone/>
              <a:defRPr sz="3500" b="0" i="0">
                <a:solidFill>
                  <a:schemeClr val="bg2"/>
                </a:solidFill>
              </a:defRPr>
            </a:lvl1pPr>
          </a:lstStyle>
          <a:p>
            <a:pPr lvl="0"/>
            <a:r>
              <a:rPr lang="en-US" noProof="0"/>
              <a:t>Presentation</a:t>
            </a:r>
            <a:br>
              <a:rPr lang="en-US" noProof="0"/>
            </a:br>
            <a:r>
              <a:rPr lang="en-US" noProof="0"/>
              <a:t>Tagline</a:t>
            </a:r>
          </a:p>
        </p:txBody>
      </p:sp>
      <p:sp>
        <p:nvSpPr>
          <p:cNvPr id="5" name="Rectangle 4">
            <a:extLst>
              <a:ext uri="{FF2B5EF4-FFF2-40B4-BE49-F238E27FC236}">
                <a16:creationId xmlns:a16="http://schemas.microsoft.com/office/drawing/2014/main" id="{6691BBC0-FAFE-4A57-9925-6182B74C4CB1}"/>
              </a:ext>
              <a:ext uri="{C183D7F6-B498-43B3-948B-1728B52AA6E4}">
                <adec:decorative xmlns:adec="http://schemas.microsoft.com/office/drawing/2017/decorative" val="1"/>
              </a:ext>
            </a:extLst>
          </p:cNvPr>
          <p:cNvSpPr/>
          <p:nvPr userDrawn="1"/>
        </p:nvSpPr>
        <p:spPr>
          <a:xfrm>
            <a:off x="4879848" y="4453465"/>
            <a:ext cx="2432304" cy="64008"/>
          </a:xfrm>
          <a:prstGeom prst="rect">
            <a:avLst/>
          </a:prstGeom>
          <a:solidFill>
            <a:schemeClr val="bg2"/>
          </a:solidFill>
          <a:ln w="12700" cap="flat">
            <a:noFill/>
            <a:prstDash val="solid"/>
            <a:miter/>
          </a:ln>
        </p:spPr>
        <p:txBody>
          <a:bodyPr rtlCol="0" anchor="ctr"/>
          <a:lstStyle/>
          <a:p>
            <a:pPr algn="l"/>
            <a:endParaRPr lang="en-US" noProof="0" dirty="0"/>
          </a:p>
        </p:txBody>
      </p:sp>
    </p:spTree>
    <p:extLst>
      <p:ext uri="{BB962C8B-B14F-4D97-AF65-F5344CB8AC3E}">
        <p14:creationId xmlns:p14="http://schemas.microsoft.com/office/powerpoint/2010/main" val="3966819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88C711-3D16-496B-BF96-001A0C0A3AAF}"/>
              </a:ext>
              <a:ext uri="{C183D7F6-B498-43B3-948B-1728B52AA6E4}">
                <adec:decorative xmlns:adec="http://schemas.microsoft.com/office/drawing/2017/decorative" val="1"/>
              </a:ext>
            </a:extLst>
          </p:cNvPr>
          <p:cNvSpPr/>
          <p:nvPr userDrawn="1"/>
        </p:nvSpPr>
        <p:spPr>
          <a:xfrm>
            <a:off x="11682374" y="6430061"/>
            <a:ext cx="241402" cy="197510"/>
          </a:xfrm>
          <a:prstGeom prst="rect">
            <a:avLst/>
          </a:prstGeom>
          <a:noFill/>
          <a:ln w="12700" cap="flat">
            <a:noFill/>
            <a:prstDash val="solid"/>
            <a:miter/>
          </a:ln>
        </p:spPr>
        <p:txBody>
          <a:bodyPr rtlCol="0" anchor="ctr"/>
          <a:lstStyle/>
          <a:p>
            <a:pPr algn="l"/>
            <a:endParaRPr lang="en-US" noProof="0" dirty="0"/>
          </a:p>
        </p:txBody>
      </p:sp>
      <p:sp>
        <p:nvSpPr>
          <p:cNvPr id="10" name="Rectangle 9" descr="View of a lake and mountain range">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40" y="3410712"/>
            <a:ext cx="11932920" cy="3319272"/>
          </a:xfrm>
          <a:prstGeom prst="rect">
            <a:avLst/>
          </a:prstGeom>
          <a:gradFill flip="none" rotWithShape="1">
            <a:gsLst>
              <a:gs pos="0">
                <a:schemeClr val="accent2">
                  <a:alpha val="80000"/>
                </a:schemeClr>
              </a:gs>
              <a:gs pos="99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2" name="Title 1">
            <a:extLst>
              <a:ext uri="{FF2B5EF4-FFF2-40B4-BE49-F238E27FC236}">
                <a16:creationId xmlns:a16="http://schemas.microsoft.com/office/drawing/2014/main" id="{CF097552-E3A8-41F6-B00B-4A39A247AA0E}"/>
              </a:ext>
            </a:extLst>
          </p:cNvPr>
          <p:cNvSpPr>
            <a:spLocks noGrp="1"/>
          </p:cNvSpPr>
          <p:nvPr>
            <p:ph type="title" hasCustomPrompt="1"/>
          </p:nvPr>
        </p:nvSpPr>
        <p:spPr>
          <a:xfrm>
            <a:off x="838200" y="3981036"/>
            <a:ext cx="10515600" cy="782638"/>
          </a:xfrm>
        </p:spPr>
        <p:txBody>
          <a:bodyPr/>
          <a:lstStyle>
            <a:lvl1pPr algn="ctr">
              <a:defRPr>
                <a:solidFill>
                  <a:schemeClr val="bg1"/>
                </a:solidFill>
              </a:defRPr>
            </a:lvl1pPr>
          </a:lstStyle>
          <a:p>
            <a:r>
              <a:rPr lang="en-US" noProof="0"/>
              <a:t>DIVIDER SLIDE</a:t>
            </a:r>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lvl1pPr>
              <a:defRPr b="1">
                <a:latin typeface="+mn-lt"/>
              </a:defRPr>
            </a:lvl1p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3" name="Rectangle 12">
            <a:extLst>
              <a:ext uri="{FF2B5EF4-FFF2-40B4-BE49-F238E27FC236}">
                <a16:creationId xmlns:a16="http://schemas.microsoft.com/office/drawing/2014/main" id="{E7822F33-D675-4E6C-BD09-D9C78365BB41}"/>
              </a:ext>
              <a:ext uri="{C183D7F6-B498-43B3-948B-1728B52AA6E4}">
                <adec:decorative xmlns:adec="http://schemas.microsoft.com/office/drawing/2017/decorative" val="1"/>
              </a:ext>
            </a:extLst>
          </p:cNvPr>
          <p:cNvSpPr/>
          <p:nvPr userDrawn="1"/>
        </p:nvSpPr>
        <p:spPr>
          <a:xfrm>
            <a:off x="4070604" y="4804366"/>
            <a:ext cx="4050792"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11" name="Text Placeholder 2">
            <a:extLst>
              <a:ext uri="{FF2B5EF4-FFF2-40B4-BE49-F238E27FC236}">
                <a16:creationId xmlns:a16="http://schemas.microsoft.com/office/drawing/2014/main" id="{F4F6DD4A-6071-4D11-ABDB-28EA5AC87154}"/>
              </a:ext>
            </a:extLst>
          </p:cNvPr>
          <p:cNvSpPr>
            <a:spLocks noGrp="1"/>
          </p:cNvSpPr>
          <p:nvPr>
            <p:ph type="body" idx="1" hasCustomPrompt="1"/>
          </p:nvPr>
        </p:nvSpPr>
        <p:spPr>
          <a:xfrm>
            <a:off x="831850" y="4942478"/>
            <a:ext cx="10515600" cy="459082"/>
          </a:xfrm>
        </p:spPr>
        <p:txBody>
          <a:bodyPr vert="horz" lIns="91440" tIns="45720" rIns="91440" bIns="45720" rtlCol="0">
            <a:normAutofit/>
          </a:bodyPr>
          <a:lstStyle>
            <a:lvl1pPr marL="0" indent="0" algn="ctr">
              <a:buFont typeface="Arial" panose="020B0604020202020204" pitchFamily="34" charset="0"/>
              <a:buNone/>
              <a:defRPr lang="en-US" sz="2300">
                <a:solidFill>
                  <a:schemeClr val="bg2"/>
                </a:solidFill>
              </a:defRPr>
            </a:lvl1pPr>
          </a:lstStyle>
          <a:p>
            <a:pPr marL="228600" lvl="0" indent="-228600" algn="ctr"/>
            <a:r>
              <a:rPr lang="en-US" noProof="0"/>
              <a:t>Edit Master text styles</a:t>
            </a:r>
          </a:p>
        </p:txBody>
      </p:sp>
    </p:spTree>
    <p:extLst>
      <p:ext uri="{BB962C8B-B14F-4D97-AF65-F5344CB8AC3E}">
        <p14:creationId xmlns:p14="http://schemas.microsoft.com/office/powerpoint/2010/main" val="3823477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0" name="Rectangle 9" descr="View of a lake with pine trees and mountain range">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40" y="128016"/>
            <a:ext cx="6858000" cy="6601968"/>
          </a:xfrm>
          <a:prstGeom prst="rect">
            <a:avLst/>
          </a:prstGeom>
          <a:gradFill flip="none" rotWithShape="1">
            <a:gsLst>
              <a:gs pos="0">
                <a:schemeClr val="accent2">
                  <a:alpha val="80000"/>
                </a:schemeClr>
              </a:gs>
              <a:gs pos="100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2" name="Title 1">
            <a:extLst>
              <a:ext uri="{FF2B5EF4-FFF2-40B4-BE49-F238E27FC236}">
                <a16:creationId xmlns:a16="http://schemas.microsoft.com/office/drawing/2014/main" id="{CF097552-E3A8-41F6-B00B-4A39A247AA0E}"/>
              </a:ext>
            </a:extLst>
          </p:cNvPr>
          <p:cNvSpPr>
            <a:spLocks noGrp="1"/>
          </p:cNvSpPr>
          <p:nvPr>
            <p:ph type="title" hasCustomPrompt="1"/>
          </p:nvPr>
        </p:nvSpPr>
        <p:spPr>
          <a:xfrm>
            <a:off x="841248" y="1169256"/>
            <a:ext cx="5285914" cy="782638"/>
          </a:xfrm>
        </p:spPr>
        <p:txBody>
          <a:bodyPr/>
          <a:lstStyle>
            <a:lvl1pPr algn="l">
              <a:defRPr>
                <a:solidFill>
                  <a:schemeClr val="bg1"/>
                </a:solidFill>
              </a:defRPr>
            </a:lvl1pPr>
          </a:lstStyle>
          <a:p>
            <a:r>
              <a:rPr lang="en-US" noProof="0"/>
              <a:t>TEXT LAYOUT 1</a:t>
            </a:r>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2" name="Text Placeholder 17">
            <a:extLst>
              <a:ext uri="{FF2B5EF4-FFF2-40B4-BE49-F238E27FC236}">
                <a16:creationId xmlns:a16="http://schemas.microsoft.com/office/drawing/2014/main" id="{028AD4F5-2320-4533-9EC4-9832091E65CB}"/>
              </a:ext>
            </a:extLst>
          </p:cNvPr>
          <p:cNvSpPr>
            <a:spLocks noGrp="1"/>
          </p:cNvSpPr>
          <p:nvPr>
            <p:ph type="body" sz="quarter" idx="13" hasCustomPrompt="1"/>
          </p:nvPr>
        </p:nvSpPr>
        <p:spPr>
          <a:xfrm>
            <a:off x="841248" y="2136036"/>
            <a:ext cx="5285914" cy="857098"/>
          </a:xfrm>
        </p:spPr>
        <p:txBody>
          <a:bodyPr>
            <a:normAutofit/>
          </a:bodyPr>
          <a:lstStyle>
            <a:lvl1pPr marL="0" indent="0" algn="l">
              <a:buNone/>
              <a:defRPr sz="2300">
                <a:solidFill>
                  <a:schemeClr val="bg2"/>
                </a:solidFill>
              </a:defRPr>
            </a:lvl1pPr>
            <a:lvl2pPr>
              <a:defRPr sz="1800"/>
            </a:lvl2pPr>
            <a:lvl3pPr>
              <a:defRPr sz="1800"/>
            </a:lvl3pPr>
            <a:lvl4pPr>
              <a:defRPr sz="1800"/>
            </a:lvl4pPr>
            <a:lvl5pPr>
              <a:defRPr sz="1800"/>
            </a:lvl5pPr>
          </a:lstStyle>
          <a:p>
            <a:pPr lvl="0"/>
            <a:r>
              <a:rPr lang="en-US" noProof="0"/>
              <a:t>Edit master text styles</a:t>
            </a:r>
          </a:p>
        </p:txBody>
      </p:sp>
      <p:sp>
        <p:nvSpPr>
          <p:cNvPr id="13" name="Rectangle 12">
            <a:extLst>
              <a:ext uri="{FF2B5EF4-FFF2-40B4-BE49-F238E27FC236}">
                <a16:creationId xmlns:a16="http://schemas.microsoft.com/office/drawing/2014/main" id="{E7822F33-D675-4E6C-BD09-D9C78365BB41}"/>
              </a:ext>
              <a:ext uri="{C183D7F6-B498-43B3-948B-1728B52AA6E4}">
                <adec:decorative xmlns:adec="http://schemas.microsoft.com/office/drawing/2017/decorative" val="1"/>
              </a:ext>
            </a:extLst>
          </p:cNvPr>
          <p:cNvSpPr/>
          <p:nvPr userDrawn="1"/>
        </p:nvSpPr>
        <p:spPr>
          <a:xfrm>
            <a:off x="915026" y="1992586"/>
            <a:ext cx="4428000"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14" name="Text Placeholder 14">
            <a:extLst>
              <a:ext uri="{FF2B5EF4-FFF2-40B4-BE49-F238E27FC236}">
                <a16:creationId xmlns:a16="http://schemas.microsoft.com/office/drawing/2014/main" id="{302F0820-F94A-40EF-B3BE-26CD0CB55173}"/>
              </a:ext>
            </a:extLst>
          </p:cNvPr>
          <p:cNvSpPr>
            <a:spLocks noGrp="1"/>
          </p:cNvSpPr>
          <p:nvPr>
            <p:ph type="body" sz="quarter" idx="15" hasCustomPrompt="1"/>
          </p:nvPr>
        </p:nvSpPr>
        <p:spPr>
          <a:xfrm>
            <a:off x="838199" y="3100269"/>
            <a:ext cx="5288963" cy="2588637"/>
          </a:xfrm>
        </p:spPr>
        <p:txBody>
          <a:bodyPr lIns="0">
            <a:normAutofit/>
          </a:bodyPr>
          <a:lstStyle>
            <a:lvl1pPr marL="180000" indent="-180000">
              <a:spcBef>
                <a:spcPts val="600"/>
              </a:spcBef>
              <a:buClr>
                <a:schemeClr val="bg2"/>
              </a:buClr>
              <a:buFont typeface="Arial" panose="020B0604020202020204" pitchFamily="34" charset="0"/>
              <a:buChar char="•"/>
              <a:defRPr sz="1600" b="0" i="0">
                <a:solidFill>
                  <a:schemeClr val="bg1"/>
                </a:solidFill>
              </a:defRPr>
            </a:lvl1pPr>
          </a:lstStyle>
          <a:p>
            <a:pPr lvl="0"/>
            <a:r>
              <a:rPr lang="en-US" noProof="0"/>
              <a:t>Edit Master text styles</a:t>
            </a:r>
          </a:p>
        </p:txBody>
      </p:sp>
    </p:spTree>
    <p:extLst>
      <p:ext uri="{BB962C8B-B14F-4D97-AF65-F5344CB8AC3E}">
        <p14:creationId xmlns:p14="http://schemas.microsoft.com/office/powerpoint/2010/main" val="3721395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10" name="Rectangle 9" descr="Close up view of lake edge with mountain range background">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40" y="128016"/>
            <a:ext cx="11932920" cy="3319272"/>
          </a:xfrm>
          <a:prstGeom prst="rect">
            <a:avLst/>
          </a:prstGeom>
          <a:gradFill flip="none" rotWithShape="1">
            <a:gsLst>
              <a:gs pos="0">
                <a:schemeClr val="accent2">
                  <a:alpha val="80000"/>
                </a:schemeClr>
              </a:gs>
              <a:gs pos="100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2" name="Title 1">
            <a:extLst>
              <a:ext uri="{FF2B5EF4-FFF2-40B4-BE49-F238E27FC236}">
                <a16:creationId xmlns:a16="http://schemas.microsoft.com/office/drawing/2014/main" id="{CF097552-E3A8-41F6-B00B-4A39A247AA0E}"/>
              </a:ext>
            </a:extLst>
          </p:cNvPr>
          <p:cNvSpPr>
            <a:spLocks noGrp="1"/>
          </p:cNvSpPr>
          <p:nvPr>
            <p:ph type="title" hasCustomPrompt="1"/>
          </p:nvPr>
        </p:nvSpPr>
        <p:spPr>
          <a:xfrm>
            <a:off x="841248" y="1093460"/>
            <a:ext cx="5320386" cy="782638"/>
          </a:xfrm>
        </p:spPr>
        <p:txBody>
          <a:bodyPr/>
          <a:lstStyle>
            <a:lvl1pPr algn="l">
              <a:defRPr>
                <a:solidFill>
                  <a:schemeClr val="bg1"/>
                </a:solidFill>
              </a:defRPr>
            </a:lvl1pPr>
          </a:lstStyle>
          <a:p>
            <a:r>
              <a:rPr lang="en-US" noProof="0"/>
              <a:t>TEXT LAYOUT 2</a:t>
            </a:r>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2" name="Text Placeholder 17">
            <a:extLst>
              <a:ext uri="{FF2B5EF4-FFF2-40B4-BE49-F238E27FC236}">
                <a16:creationId xmlns:a16="http://schemas.microsoft.com/office/drawing/2014/main" id="{028AD4F5-2320-4533-9EC4-9832091E65CB}"/>
              </a:ext>
            </a:extLst>
          </p:cNvPr>
          <p:cNvSpPr>
            <a:spLocks noGrp="1"/>
          </p:cNvSpPr>
          <p:nvPr>
            <p:ph type="body" sz="quarter" idx="13" hasCustomPrompt="1"/>
          </p:nvPr>
        </p:nvSpPr>
        <p:spPr>
          <a:xfrm>
            <a:off x="841248" y="2060240"/>
            <a:ext cx="5320386" cy="882524"/>
          </a:xfrm>
        </p:spPr>
        <p:txBody>
          <a:bodyPr>
            <a:normAutofit/>
          </a:bodyPr>
          <a:lstStyle>
            <a:lvl1pPr marL="0" indent="0" algn="l">
              <a:buNone/>
              <a:defRPr sz="2300">
                <a:solidFill>
                  <a:schemeClr val="bg2"/>
                </a:solidFill>
              </a:defRPr>
            </a:lvl1pPr>
            <a:lvl2pPr>
              <a:defRPr sz="1800"/>
            </a:lvl2pPr>
            <a:lvl3pPr>
              <a:defRPr sz="1800"/>
            </a:lvl3pPr>
            <a:lvl4pPr>
              <a:defRPr sz="1800"/>
            </a:lvl4pPr>
            <a:lvl5pPr>
              <a:defRPr sz="1800"/>
            </a:lvl5pPr>
          </a:lstStyle>
          <a:p>
            <a:pPr lvl="0"/>
            <a:r>
              <a:rPr lang="en-US" noProof="0"/>
              <a:t>Edit master text styles</a:t>
            </a:r>
          </a:p>
        </p:txBody>
      </p:sp>
      <p:sp>
        <p:nvSpPr>
          <p:cNvPr id="13" name="Rectangle 12">
            <a:extLst>
              <a:ext uri="{FF2B5EF4-FFF2-40B4-BE49-F238E27FC236}">
                <a16:creationId xmlns:a16="http://schemas.microsoft.com/office/drawing/2014/main" id="{E7822F33-D675-4E6C-BD09-D9C78365BB41}"/>
              </a:ext>
              <a:ext uri="{C183D7F6-B498-43B3-948B-1728B52AA6E4}">
                <adec:decorative xmlns:adec="http://schemas.microsoft.com/office/drawing/2017/decorative" val="1"/>
              </a:ext>
            </a:extLst>
          </p:cNvPr>
          <p:cNvSpPr/>
          <p:nvPr userDrawn="1"/>
        </p:nvSpPr>
        <p:spPr>
          <a:xfrm>
            <a:off x="914693" y="1916790"/>
            <a:ext cx="4500000"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11" name="Text Placeholder 14">
            <a:extLst>
              <a:ext uri="{FF2B5EF4-FFF2-40B4-BE49-F238E27FC236}">
                <a16:creationId xmlns:a16="http://schemas.microsoft.com/office/drawing/2014/main" id="{4B6CBCCA-9781-462D-AF43-C6AAE3D1AAA9}"/>
              </a:ext>
            </a:extLst>
          </p:cNvPr>
          <p:cNvSpPr>
            <a:spLocks noGrp="1"/>
          </p:cNvSpPr>
          <p:nvPr>
            <p:ph type="body" sz="quarter" idx="15" hasCustomPrompt="1"/>
          </p:nvPr>
        </p:nvSpPr>
        <p:spPr>
          <a:xfrm>
            <a:off x="6817897" y="1125545"/>
            <a:ext cx="4707842" cy="1849304"/>
          </a:xfrm>
        </p:spPr>
        <p:txBody>
          <a:bodyPr>
            <a:normAutofit/>
          </a:bodyPr>
          <a:lstStyle>
            <a:lvl1pPr marL="180000" indent="-180000">
              <a:spcBef>
                <a:spcPts val="600"/>
              </a:spcBef>
              <a:buClr>
                <a:schemeClr val="bg2"/>
              </a:buClr>
              <a:buFont typeface="Arial" panose="020B0604020202020204" pitchFamily="34" charset="0"/>
              <a:buChar char="•"/>
              <a:defRPr sz="1600" b="0" i="0">
                <a:solidFill>
                  <a:schemeClr val="bg1"/>
                </a:solidFill>
              </a:defRPr>
            </a:lvl1pPr>
          </a:lstStyle>
          <a:p>
            <a:pPr lvl="0"/>
            <a:r>
              <a:rPr lang="en-US" noProof="0"/>
              <a:t>Edit Master text styles</a:t>
            </a:r>
          </a:p>
        </p:txBody>
      </p:sp>
    </p:spTree>
    <p:extLst>
      <p:ext uri="{BB962C8B-B14F-4D97-AF65-F5344CB8AC3E}">
        <p14:creationId xmlns:p14="http://schemas.microsoft.com/office/powerpoint/2010/main" val="2599193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 Layout">
    <p:spTree>
      <p:nvGrpSpPr>
        <p:cNvPr id="1" name=""/>
        <p:cNvGrpSpPr/>
        <p:nvPr/>
      </p:nvGrpSpPr>
      <p:grpSpPr>
        <a:xfrm>
          <a:off x="0" y="0"/>
          <a:ext cx="0" cy="0"/>
          <a:chOff x="0" y="0"/>
          <a:chExt cx="0" cy="0"/>
        </a:xfrm>
      </p:grpSpPr>
      <p:sp>
        <p:nvSpPr>
          <p:cNvPr id="7" name="Rectangle 6" descr="Unpaved road lined with trees, mountain side drive">
            <a:extLst>
              <a:ext uri="{FF2B5EF4-FFF2-40B4-BE49-F238E27FC236}">
                <a16:creationId xmlns:a16="http://schemas.microsoft.com/office/drawing/2014/main" id="{EC40FB52-44A8-43D1-8B33-F4E55A83AC38}"/>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164ACA68-1C2C-4C4D-9CB4-1C8BF3E03F57}"/>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80000"/>
                </a:schemeClr>
              </a:gs>
              <a:gs pos="99000">
                <a:schemeClr val="accent3">
                  <a:alpha val="80000"/>
                </a:schemeClr>
              </a:gs>
            </a:gsLst>
            <a:lin ang="0" scaled="1"/>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D8A140A0-8435-451E-9A8E-9C33B97E1B11}"/>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3BDD90A-F598-4982-8244-00A2189F77BD}"/>
              </a:ext>
            </a:extLst>
          </p:cNvPr>
          <p:cNvSpPr>
            <a:spLocks noGrp="1"/>
          </p:cNvSpPr>
          <p:nvPr>
            <p:ph type="ftr" sz="quarter" idx="12"/>
          </p:nvPr>
        </p:nvSpPr>
        <p:spPr/>
        <p:txBody>
          <a:bodyPr/>
          <a:lstStyle/>
          <a:p>
            <a:r>
              <a:rPr lang="en-US" noProof="0" dirty="0"/>
              <a:t>ADD A FOOTER</a:t>
            </a:r>
          </a:p>
        </p:txBody>
      </p:sp>
      <p:sp>
        <p:nvSpPr>
          <p:cNvPr id="8" name="Text Placeholder 2">
            <a:extLst>
              <a:ext uri="{FF2B5EF4-FFF2-40B4-BE49-F238E27FC236}">
                <a16:creationId xmlns:a16="http://schemas.microsoft.com/office/drawing/2014/main" id="{03373955-AB5B-4186-8098-9DBA0AB2650E}"/>
              </a:ext>
            </a:extLst>
          </p:cNvPr>
          <p:cNvSpPr>
            <a:spLocks noGrp="1"/>
          </p:cNvSpPr>
          <p:nvPr>
            <p:ph type="body" idx="1" hasCustomPrompt="1"/>
          </p:nvPr>
        </p:nvSpPr>
        <p:spPr>
          <a:xfrm>
            <a:off x="1159649" y="2738211"/>
            <a:ext cx="4183650" cy="454353"/>
          </a:xfrm>
        </p:spPr>
        <p:txBody>
          <a:bodyPr>
            <a:noAutofit/>
          </a:bodyPr>
          <a:lstStyle>
            <a:lvl1pPr marL="0" indent="0">
              <a:buNone/>
              <a:defRPr sz="3000" b="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Section 1 title</a:t>
            </a:r>
          </a:p>
        </p:txBody>
      </p:sp>
      <p:sp>
        <p:nvSpPr>
          <p:cNvPr id="9" name="Text Placeholder 26">
            <a:extLst>
              <a:ext uri="{FF2B5EF4-FFF2-40B4-BE49-F238E27FC236}">
                <a16:creationId xmlns:a16="http://schemas.microsoft.com/office/drawing/2014/main" id="{B534F865-65DF-4129-9CE5-414E24937576}"/>
              </a:ext>
            </a:extLst>
          </p:cNvPr>
          <p:cNvSpPr>
            <a:spLocks noGrp="1"/>
          </p:cNvSpPr>
          <p:nvPr>
            <p:ph type="body" sz="quarter" idx="16" hasCustomPrompt="1"/>
          </p:nvPr>
        </p:nvSpPr>
        <p:spPr>
          <a:xfrm>
            <a:off x="838201" y="1835244"/>
            <a:ext cx="10515599" cy="629105"/>
          </a:xfrm>
        </p:spPr>
        <p:txBody>
          <a:bodyPr lIns="0" rIns="0">
            <a:noAutofit/>
          </a:bodyPr>
          <a:lstStyle>
            <a:lvl1pPr marL="0" indent="0" algn="ctr">
              <a:buNone/>
              <a:defRPr sz="2300" b="0" i="0">
                <a:solidFill>
                  <a:schemeClr val="bg2"/>
                </a:solidFill>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Edit master text styles</a:t>
            </a:r>
          </a:p>
        </p:txBody>
      </p:sp>
      <p:sp>
        <p:nvSpPr>
          <p:cNvPr id="10" name="Text Placeholder 2">
            <a:extLst>
              <a:ext uri="{FF2B5EF4-FFF2-40B4-BE49-F238E27FC236}">
                <a16:creationId xmlns:a16="http://schemas.microsoft.com/office/drawing/2014/main" id="{23A3472E-32B4-4CAD-B5D0-420AA3FB4CE3}"/>
              </a:ext>
            </a:extLst>
          </p:cNvPr>
          <p:cNvSpPr>
            <a:spLocks noGrp="1"/>
          </p:cNvSpPr>
          <p:nvPr>
            <p:ph type="body" idx="18" hasCustomPrompt="1"/>
          </p:nvPr>
        </p:nvSpPr>
        <p:spPr>
          <a:xfrm>
            <a:off x="6627121" y="2738211"/>
            <a:ext cx="4183650" cy="454353"/>
          </a:xfrm>
        </p:spPr>
        <p:txBody>
          <a:bodyPr>
            <a:noAutofit/>
          </a:bodyPr>
          <a:lstStyle>
            <a:lvl1pPr marL="0" indent="0">
              <a:buNone/>
              <a:defRPr sz="3000" b="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Section 2 title</a:t>
            </a:r>
          </a:p>
        </p:txBody>
      </p:sp>
      <p:sp>
        <p:nvSpPr>
          <p:cNvPr id="11" name="Text Placeholder 26">
            <a:extLst>
              <a:ext uri="{FF2B5EF4-FFF2-40B4-BE49-F238E27FC236}">
                <a16:creationId xmlns:a16="http://schemas.microsoft.com/office/drawing/2014/main" id="{1AEED068-3EA0-4BF4-875C-02473E9EB0CC}"/>
              </a:ext>
            </a:extLst>
          </p:cNvPr>
          <p:cNvSpPr>
            <a:spLocks noGrp="1"/>
          </p:cNvSpPr>
          <p:nvPr>
            <p:ph type="body" sz="quarter" idx="20" hasCustomPrompt="1"/>
          </p:nvPr>
        </p:nvSpPr>
        <p:spPr>
          <a:xfrm>
            <a:off x="1159649" y="3428501"/>
            <a:ext cx="4365625" cy="2333625"/>
          </a:xfrm>
        </p:spPr>
        <p:txBody>
          <a:bodyPr>
            <a:normAutofit/>
          </a:bodyPr>
          <a:lstStyle>
            <a:lvl1pPr marL="180000" indent="-180000">
              <a:spcBef>
                <a:spcPts val="600"/>
              </a:spcBef>
              <a:buClr>
                <a:schemeClr val="bg2"/>
              </a:buClr>
              <a:defRPr sz="1600">
                <a:solidFill>
                  <a:schemeClr val="bg1"/>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Edit Master text styles</a:t>
            </a:r>
          </a:p>
        </p:txBody>
      </p:sp>
      <p:sp>
        <p:nvSpPr>
          <p:cNvPr id="12" name="Text Placeholder 26">
            <a:extLst>
              <a:ext uri="{FF2B5EF4-FFF2-40B4-BE49-F238E27FC236}">
                <a16:creationId xmlns:a16="http://schemas.microsoft.com/office/drawing/2014/main" id="{3590B9DA-A2DF-4AE1-9A98-C7B84F48C3A9}"/>
              </a:ext>
            </a:extLst>
          </p:cNvPr>
          <p:cNvSpPr>
            <a:spLocks noGrp="1"/>
          </p:cNvSpPr>
          <p:nvPr>
            <p:ph type="body" sz="quarter" idx="21" hasCustomPrompt="1"/>
          </p:nvPr>
        </p:nvSpPr>
        <p:spPr>
          <a:xfrm>
            <a:off x="6627121" y="3428501"/>
            <a:ext cx="4365625" cy="2333625"/>
          </a:xfrm>
        </p:spPr>
        <p:txBody>
          <a:bodyPr>
            <a:normAutofit/>
          </a:bodyPr>
          <a:lstStyle>
            <a:lvl1pPr marL="180000" indent="-180000">
              <a:spcBef>
                <a:spcPts val="600"/>
              </a:spcBef>
              <a:buClr>
                <a:schemeClr val="bg2"/>
              </a:buClr>
              <a:defRPr sz="1600">
                <a:solidFill>
                  <a:schemeClr val="bg1"/>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noProof="0"/>
              <a:t>Edit Master text styles</a:t>
            </a:r>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838200" y="557629"/>
            <a:ext cx="10515600" cy="1325563"/>
          </a:xfrm>
        </p:spPr>
        <p:txBody>
          <a:bodyPr lIns="0" rIns="0"/>
          <a:lstStyle>
            <a:lvl1pPr algn="ctr">
              <a:defRPr>
                <a:solidFill>
                  <a:schemeClr val="bg1"/>
                </a:solidFill>
              </a:defRPr>
            </a:lvl1pPr>
          </a:lstStyle>
          <a:p>
            <a:r>
              <a:rPr lang="en-US" noProof="0"/>
              <a:t>COMPARISON</a:t>
            </a:r>
          </a:p>
        </p:txBody>
      </p:sp>
      <p:sp>
        <p:nvSpPr>
          <p:cNvPr id="15" name="Oval 14">
            <a:extLst>
              <a:ext uri="{FF2B5EF4-FFF2-40B4-BE49-F238E27FC236}">
                <a16:creationId xmlns:a16="http://schemas.microsoft.com/office/drawing/2014/main" id="{B6E88236-C248-4008-9619-75BCE6D3401C}"/>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8" name="Rectangle 17">
            <a:extLst>
              <a:ext uri="{FF2B5EF4-FFF2-40B4-BE49-F238E27FC236}">
                <a16:creationId xmlns:a16="http://schemas.microsoft.com/office/drawing/2014/main" id="{2D3F74C5-9ADD-4AE3-BCA5-88726CC2A1A3}"/>
              </a:ext>
              <a:ext uri="{C183D7F6-B498-43B3-948B-1728B52AA6E4}">
                <adec:decorative xmlns:adec="http://schemas.microsoft.com/office/drawing/2017/decorative" val="1"/>
              </a:ext>
            </a:extLst>
          </p:cNvPr>
          <p:cNvSpPr/>
          <p:nvPr userDrawn="1"/>
        </p:nvSpPr>
        <p:spPr>
          <a:xfrm>
            <a:off x="4111752" y="1667974"/>
            <a:ext cx="3968496" cy="36576"/>
          </a:xfrm>
          <a:prstGeom prst="rect">
            <a:avLst/>
          </a:prstGeom>
          <a:solidFill>
            <a:schemeClr val="bg2"/>
          </a:solidFill>
          <a:ln w="12700" cap="flat">
            <a:noFill/>
            <a:prstDash val="solid"/>
            <a:miter/>
          </a:ln>
        </p:spPr>
        <p:txBody>
          <a:bodyPr rtlCol="0" anchor="ctr"/>
          <a:lstStyle/>
          <a:p>
            <a:pPr algn="l"/>
            <a:endParaRPr lang="en-US" noProof="0" dirty="0"/>
          </a:p>
        </p:txBody>
      </p:sp>
    </p:spTree>
    <p:extLst>
      <p:ext uri="{BB962C8B-B14F-4D97-AF65-F5344CB8AC3E}">
        <p14:creationId xmlns:p14="http://schemas.microsoft.com/office/powerpoint/2010/main" val="34503723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Rectangle 6" descr="Unpaved road lined with trees, mountain side drive">
            <a:extLst>
              <a:ext uri="{FF2B5EF4-FFF2-40B4-BE49-F238E27FC236}">
                <a16:creationId xmlns:a16="http://schemas.microsoft.com/office/drawing/2014/main" id="{EC40FB52-44A8-43D1-8B33-F4E55A83AC38}"/>
              </a:ext>
            </a:extLst>
          </p:cNvPr>
          <p:cNvSpPr/>
          <p:nvPr userDrawn="1"/>
        </p:nvSpPr>
        <p:spPr>
          <a:xfrm>
            <a:off x="129540" y="128016"/>
            <a:ext cx="11932920" cy="6601968"/>
          </a:xfrm>
          <a:prstGeom prst="rect">
            <a:avLst/>
          </a:prstGeom>
          <a:blipFill>
            <a:blip r:embed="rId2"/>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164ACA68-1C2C-4C4D-9CB4-1C8BF3E03F57}"/>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80000"/>
                </a:schemeClr>
              </a:gs>
              <a:gs pos="100000">
                <a:schemeClr val="accent3">
                  <a:alpha val="80000"/>
                </a:schemeClr>
              </a:gs>
            </a:gsLst>
            <a:lin ang="0" scaled="1"/>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D8A140A0-8435-451E-9A8E-9C33B97E1B11}"/>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3BDD90A-F598-4982-8244-00A2189F77BD}"/>
              </a:ext>
            </a:extLst>
          </p:cNvPr>
          <p:cNvSpPr>
            <a:spLocks noGrp="1"/>
          </p:cNvSpPr>
          <p:nvPr>
            <p:ph type="ftr" sz="quarter" idx="12"/>
          </p:nvPr>
        </p:nvSpPr>
        <p:spPr/>
        <p:txBody>
          <a:bodyPr/>
          <a:lstStyle/>
          <a:p>
            <a:r>
              <a:rPr lang="en-US" noProof="0" dirty="0"/>
              <a:t>ADD A FOOTER</a:t>
            </a:r>
          </a:p>
        </p:txBody>
      </p:sp>
      <p:sp>
        <p:nvSpPr>
          <p:cNvPr id="9" name="Text Placeholder 26">
            <a:extLst>
              <a:ext uri="{FF2B5EF4-FFF2-40B4-BE49-F238E27FC236}">
                <a16:creationId xmlns:a16="http://schemas.microsoft.com/office/drawing/2014/main" id="{B534F865-65DF-4129-9CE5-414E24937576}"/>
              </a:ext>
            </a:extLst>
          </p:cNvPr>
          <p:cNvSpPr>
            <a:spLocks noGrp="1"/>
          </p:cNvSpPr>
          <p:nvPr>
            <p:ph type="body" sz="quarter" idx="16" hasCustomPrompt="1"/>
          </p:nvPr>
        </p:nvSpPr>
        <p:spPr>
          <a:xfrm>
            <a:off x="841248" y="3359239"/>
            <a:ext cx="4357688" cy="2252574"/>
          </a:xfrm>
        </p:spPr>
        <p:txBody>
          <a:bodyPr lIns="0" rIns="0">
            <a:noAutofit/>
          </a:bodyPr>
          <a:lstStyle>
            <a:lvl1pPr marL="0" indent="0" algn="l">
              <a:buNone/>
              <a:defRPr sz="2300" b="0" i="0">
                <a:solidFill>
                  <a:schemeClr val="bg2"/>
                </a:solidFill>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Edit master text styles</a:t>
            </a:r>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841248" y="2081624"/>
            <a:ext cx="4357688" cy="1325563"/>
          </a:xfrm>
        </p:spPr>
        <p:txBody>
          <a:bodyPr lIns="0" rIns="0"/>
          <a:lstStyle>
            <a:lvl1pPr algn="l">
              <a:defRPr>
                <a:solidFill>
                  <a:schemeClr val="bg1"/>
                </a:solidFill>
              </a:defRPr>
            </a:lvl1pPr>
          </a:lstStyle>
          <a:p>
            <a:r>
              <a:rPr lang="en-US" noProof="0"/>
              <a:t>CHART SLIDE</a:t>
            </a:r>
          </a:p>
        </p:txBody>
      </p:sp>
      <p:sp>
        <p:nvSpPr>
          <p:cNvPr id="15" name="Oval 14">
            <a:extLst>
              <a:ext uri="{FF2B5EF4-FFF2-40B4-BE49-F238E27FC236}">
                <a16:creationId xmlns:a16="http://schemas.microsoft.com/office/drawing/2014/main" id="{B6E88236-C248-4008-9619-75BCE6D3401C}"/>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8" name="Rectangle 17">
            <a:extLst>
              <a:ext uri="{FF2B5EF4-FFF2-40B4-BE49-F238E27FC236}">
                <a16:creationId xmlns:a16="http://schemas.microsoft.com/office/drawing/2014/main" id="{2D3F74C5-9ADD-4AE3-BCA5-88726CC2A1A3}"/>
              </a:ext>
              <a:ext uri="{C183D7F6-B498-43B3-948B-1728B52AA6E4}">
                <adec:decorative xmlns:adec="http://schemas.microsoft.com/office/drawing/2017/decorative" val="1"/>
              </a:ext>
            </a:extLst>
          </p:cNvPr>
          <p:cNvSpPr/>
          <p:nvPr userDrawn="1"/>
        </p:nvSpPr>
        <p:spPr>
          <a:xfrm>
            <a:off x="911877" y="3191969"/>
            <a:ext cx="3968496"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16" name="Chart Placeholder 18">
            <a:extLst>
              <a:ext uri="{FF2B5EF4-FFF2-40B4-BE49-F238E27FC236}">
                <a16:creationId xmlns:a16="http://schemas.microsoft.com/office/drawing/2014/main" id="{BE9C98A7-B145-402E-BADA-CE785E3BA996}"/>
              </a:ext>
            </a:extLst>
          </p:cNvPr>
          <p:cNvSpPr>
            <a:spLocks noGrp="1"/>
          </p:cNvSpPr>
          <p:nvPr>
            <p:ph type="chart" sz="quarter" idx="32"/>
          </p:nvPr>
        </p:nvSpPr>
        <p:spPr>
          <a:xfrm>
            <a:off x="6981371" y="1246188"/>
            <a:ext cx="4284663" cy="4365625"/>
          </a:xfrm>
        </p:spPr>
        <p:txBody>
          <a:bodyPr anchor="ctr" anchorCtr="0">
            <a:normAutofit/>
          </a:bodyPr>
          <a:lstStyle>
            <a:lvl1pPr marL="0" indent="0" algn="ctr">
              <a:buNone/>
              <a:defRPr sz="1600">
                <a:solidFill>
                  <a:schemeClr val="tx1">
                    <a:lumMod val="50000"/>
                    <a:lumOff val="50000"/>
                  </a:schemeClr>
                </a:solidFill>
              </a:defRPr>
            </a:lvl1pPr>
          </a:lstStyle>
          <a:p>
            <a:r>
              <a:rPr lang="en-US" noProof="0"/>
              <a:t>Click icon to add chart</a:t>
            </a:r>
            <a:endParaRPr lang="en-US" noProof="0" dirty="0"/>
          </a:p>
        </p:txBody>
      </p:sp>
    </p:spTree>
    <p:extLst>
      <p:ext uri="{BB962C8B-B14F-4D97-AF65-F5344CB8AC3E}">
        <p14:creationId xmlns:p14="http://schemas.microsoft.com/office/powerpoint/2010/main" val="2525342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7" name="Rectangle 6" descr="Unpaved road lined with trees, mountain side drive">
            <a:extLst>
              <a:ext uri="{FF2B5EF4-FFF2-40B4-BE49-F238E27FC236}">
                <a16:creationId xmlns:a16="http://schemas.microsoft.com/office/drawing/2014/main" id="{EC40FB52-44A8-43D1-8B33-F4E55A83AC38}"/>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164ACA68-1C2C-4C4D-9CB4-1C8BF3E03F57}"/>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80000"/>
                </a:schemeClr>
              </a:gs>
              <a:gs pos="100000">
                <a:schemeClr val="accent3">
                  <a:alpha val="80000"/>
                </a:schemeClr>
              </a:gs>
            </a:gsLst>
            <a:lin ang="0" scaled="1"/>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D8A140A0-8435-451E-9A8E-9C33B97E1B11}"/>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3BDD90A-F598-4982-8244-00A2189F77BD}"/>
              </a:ext>
            </a:extLst>
          </p:cNvPr>
          <p:cNvSpPr>
            <a:spLocks noGrp="1"/>
          </p:cNvSpPr>
          <p:nvPr>
            <p:ph type="ftr" sz="quarter" idx="12"/>
          </p:nvPr>
        </p:nvSpPr>
        <p:spPr/>
        <p:txBody>
          <a:bodyPr/>
          <a:lstStyle/>
          <a:p>
            <a:r>
              <a:rPr lang="en-US" noProof="0" dirty="0"/>
              <a:t>ADD A FOOTER</a:t>
            </a:r>
          </a:p>
        </p:txBody>
      </p:sp>
      <p:sp>
        <p:nvSpPr>
          <p:cNvPr id="9" name="Text Placeholder 26">
            <a:extLst>
              <a:ext uri="{FF2B5EF4-FFF2-40B4-BE49-F238E27FC236}">
                <a16:creationId xmlns:a16="http://schemas.microsoft.com/office/drawing/2014/main" id="{B534F865-65DF-4129-9CE5-414E24937576}"/>
              </a:ext>
            </a:extLst>
          </p:cNvPr>
          <p:cNvSpPr>
            <a:spLocks noGrp="1"/>
          </p:cNvSpPr>
          <p:nvPr>
            <p:ph type="body" sz="quarter" idx="16" hasCustomPrompt="1"/>
          </p:nvPr>
        </p:nvSpPr>
        <p:spPr>
          <a:xfrm>
            <a:off x="8683563" y="3359239"/>
            <a:ext cx="2596896" cy="2252574"/>
          </a:xfrm>
        </p:spPr>
        <p:txBody>
          <a:bodyPr lIns="0" rIns="0">
            <a:noAutofit/>
          </a:bodyPr>
          <a:lstStyle>
            <a:lvl1pPr marL="0" indent="0" algn="l">
              <a:buNone/>
              <a:defRPr sz="2300" b="0" i="0">
                <a:solidFill>
                  <a:schemeClr val="bg2"/>
                </a:solidFill>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Edit master text styles</a:t>
            </a:r>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8683562" y="1757774"/>
            <a:ext cx="2669859" cy="1325563"/>
          </a:xfrm>
        </p:spPr>
        <p:txBody>
          <a:bodyPr lIns="0" rIns="0"/>
          <a:lstStyle>
            <a:lvl1pPr algn="l">
              <a:defRPr>
                <a:solidFill>
                  <a:schemeClr val="bg1"/>
                </a:solidFill>
              </a:defRPr>
            </a:lvl1pPr>
          </a:lstStyle>
          <a:p>
            <a:r>
              <a:rPr lang="en-US" noProof="0"/>
              <a:t>TABLE SLIDE</a:t>
            </a:r>
          </a:p>
        </p:txBody>
      </p:sp>
      <p:sp>
        <p:nvSpPr>
          <p:cNvPr id="15" name="Oval 14">
            <a:extLst>
              <a:ext uri="{FF2B5EF4-FFF2-40B4-BE49-F238E27FC236}">
                <a16:creationId xmlns:a16="http://schemas.microsoft.com/office/drawing/2014/main" id="{B6E88236-C248-4008-9619-75BCE6D3401C}"/>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8" name="Rectangle 17">
            <a:extLst>
              <a:ext uri="{FF2B5EF4-FFF2-40B4-BE49-F238E27FC236}">
                <a16:creationId xmlns:a16="http://schemas.microsoft.com/office/drawing/2014/main" id="{2D3F74C5-9ADD-4AE3-BCA5-88726CC2A1A3}"/>
              </a:ext>
              <a:ext uri="{C183D7F6-B498-43B3-948B-1728B52AA6E4}">
                <adec:decorative xmlns:adec="http://schemas.microsoft.com/office/drawing/2017/decorative" val="1"/>
              </a:ext>
            </a:extLst>
          </p:cNvPr>
          <p:cNvSpPr/>
          <p:nvPr userDrawn="1"/>
        </p:nvSpPr>
        <p:spPr>
          <a:xfrm>
            <a:off x="8683563" y="3191969"/>
            <a:ext cx="1545336"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13" name="Table Placeholder 17">
            <a:extLst>
              <a:ext uri="{FF2B5EF4-FFF2-40B4-BE49-F238E27FC236}">
                <a16:creationId xmlns:a16="http://schemas.microsoft.com/office/drawing/2014/main" id="{62814DE5-26B2-4A8E-BA8D-A2E4C5547EB9}"/>
              </a:ext>
            </a:extLst>
          </p:cNvPr>
          <p:cNvSpPr>
            <a:spLocks noGrp="1"/>
          </p:cNvSpPr>
          <p:nvPr>
            <p:ph type="tbl" sz="quarter" idx="17"/>
          </p:nvPr>
        </p:nvSpPr>
        <p:spPr>
          <a:xfrm>
            <a:off x="911225" y="1505433"/>
            <a:ext cx="6561138" cy="3847135"/>
          </a:xfrm>
        </p:spPr>
        <p:txBody>
          <a:bodyPr anchor="ctr" anchorCtr="0">
            <a:normAutofit/>
          </a:bodyPr>
          <a:lstStyle>
            <a:lvl1pPr marL="0" indent="0" algn="ctr">
              <a:buNone/>
              <a:defRPr sz="1600">
                <a:solidFill>
                  <a:schemeClr val="tx1">
                    <a:lumMod val="50000"/>
                    <a:lumOff val="50000"/>
                  </a:schemeClr>
                </a:solidFill>
              </a:defRPr>
            </a:lvl1pPr>
          </a:lstStyle>
          <a:p>
            <a:r>
              <a:rPr lang="en-US" noProof="0"/>
              <a:t>Click icon to add table</a:t>
            </a:r>
            <a:endParaRPr lang="en-US" noProof="0" dirty="0"/>
          </a:p>
        </p:txBody>
      </p:sp>
    </p:spTree>
    <p:extLst>
      <p:ext uri="{BB962C8B-B14F-4D97-AF65-F5344CB8AC3E}">
        <p14:creationId xmlns:p14="http://schemas.microsoft.com/office/powerpoint/2010/main" val="2401947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mage and 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83C23D1-BE9A-4E52-9BEF-D55C4CB7574F}"/>
              </a:ext>
              <a:ext uri="{C183D7F6-B498-43B3-948B-1728B52AA6E4}">
                <adec:decorative xmlns:adec="http://schemas.microsoft.com/office/drawing/2017/decorative" val="1"/>
              </a:ext>
            </a:extLst>
          </p:cNvPr>
          <p:cNvSpPr/>
          <p:nvPr userDrawn="1"/>
        </p:nvSpPr>
        <p:spPr>
          <a:xfrm>
            <a:off x="11645798" y="6386170"/>
            <a:ext cx="307239" cy="343814"/>
          </a:xfrm>
          <a:prstGeom prst="rect">
            <a:avLst/>
          </a:prstGeom>
          <a:noFill/>
          <a:ln w="12700" cap="flat">
            <a:noFill/>
            <a:prstDash val="solid"/>
            <a:miter/>
          </a:ln>
        </p:spPr>
        <p:txBody>
          <a:bodyPr rtlCol="0" anchor="ctr"/>
          <a:lstStyle/>
          <a:p>
            <a:pPr algn="l"/>
            <a:endParaRPr lang="en-US" noProof="0" dirty="0"/>
          </a:p>
        </p:txBody>
      </p:sp>
      <p:sp>
        <p:nvSpPr>
          <p:cNvPr id="10" name="Rectangle 9" descr="View of a lake and mountain range">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40" y="128016"/>
            <a:ext cx="11932920" cy="2368296"/>
          </a:xfrm>
          <a:prstGeom prst="rect">
            <a:avLst/>
          </a:prstGeom>
          <a:gradFill flip="none" rotWithShape="1">
            <a:gsLst>
              <a:gs pos="0">
                <a:schemeClr val="accent2">
                  <a:alpha val="80000"/>
                </a:schemeClr>
              </a:gs>
              <a:gs pos="100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4" name="Text Placeholder 26">
            <a:extLst>
              <a:ext uri="{FF2B5EF4-FFF2-40B4-BE49-F238E27FC236}">
                <a16:creationId xmlns:a16="http://schemas.microsoft.com/office/drawing/2014/main" id="{B33A3032-1037-4342-827F-CF1349978260}"/>
              </a:ext>
            </a:extLst>
          </p:cNvPr>
          <p:cNvSpPr>
            <a:spLocks noGrp="1"/>
          </p:cNvSpPr>
          <p:nvPr>
            <p:ph type="body" sz="quarter" idx="16" hasCustomPrompt="1"/>
          </p:nvPr>
        </p:nvSpPr>
        <p:spPr>
          <a:xfrm>
            <a:off x="838201" y="1835244"/>
            <a:ext cx="10515599" cy="629105"/>
          </a:xfrm>
        </p:spPr>
        <p:txBody>
          <a:bodyPr lIns="0" rIns="0">
            <a:noAutofit/>
          </a:bodyPr>
          <a:lstStyle>
            <a:lvl1pPr marL="0" indent="0" algn="ctr">
              <a:buNone/>
              <a:defRPr sz="2300" b="0" i="0">
                <a:solidFill>
                  <a:schemeClr val="bg2"/>
                </a:solidFill>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Edit master text styles</a:t>
            </a:r>
          </a:p>
        </p:txBody>
      </p:sp>
      <p:sp>
        <p:nvSpPr>
          <p:cNvPr id="15" name="Title 1">
            <a:extLst>
              <a:ext uri="{FF2B5EF4-FFF2-40B4-BE49-F238E27FC236}">
                <a16:creationId xmlns:a16="http://schemas.microsoft.com/office/drawing/2014/main" id="{FD6F6A17-AFDC-40C7-9D63-50FA052A1614}"/>
              </a:ext>
            </a:extLst>
          </p:cNvPr>
          <p:cNvSpPr>
            <a:spLocks noGrp="1"/>
          </p:cNvSpPr>
          <p:nvPr>
            <p:ph type="title" hasCustomPrompt="1"/>
          </p:nvPr>
        </p:nvSpPr>
        <p:spPr>
          <a:xfrm>
            <a:off x="838200" y="557629"/>
            <a:ext cx="10515600" cy="1325563"/>
          </a:xfrm>
        </p:spPr>
        <p:txBody>
          <a:bodyPr lIns="0" rIns="0"/>
          <a:lstStyle>
            <a:lvl1pPr algn="ctr">
              <a:defRPr>
                <a:solidFill>
                  <a:schemeClr val="bg1"/>
                </a:solidFill>
              </a:defRPr>
            </a:lvl1pPr>
          </a:lstStyle>
          <a:p>
            <a:r>
              <a:rPr lang="en-US" noProof="0"/>
              <a:t>BIG IMAGE SLIDE</a:t>
            </a:r>
          </a:p>
        </p:txBody>
      </p:sp>
      <p:sp>
        <p:nvSpPr>
          <p:cNvPr id="16" name="Rectangle 15">
            <a:extLst>
              <a:ext uri="{FF2B5EF4-FFF2-40B4-BE49-F238E27FC236}">
                <a16:creationId xmlns:a16="http://schemas.microsoft.com/office/drawing/2014/main" id="{6668B9DC-C6AF-45D4-BBA3-A5EF781EAB7F}"/>
              </a:ext>
              <a:ext uri="{C183D7F6-B498-43B3-948B-1728B52AA6E4}">
                <adec:decorative xmlns:adec="http://schemas.microsoft.com/office/drawing/2017/decorative" val="1"/>
              </a:ext>
            </a:extLst>
          </p:cNvPr>
          <p:cNvSpPr/>
          <p:nvPr userDrawn="1"/>
        </p:nvSpPr>
        <p:spPr>
          <a:xfrm>
            <a:off x="3759708" y="1667974"/>
            <a:ext cx="4672584" cy="36576"/>
          </a:xfrm>
          <a:prstGeom prst="rect">
            <a:avLst/>
          </a:prstGeom>
          <a:solidFill>
            <a:schemeClr val="bg2"/>
          </a:solidFill>
          <a:ln w="12700" cap="flat">
            <a:noFill/>
            <a:prstDash val="solid"/>
            <a:miter/>
          </a:ln>
        </p:spPr>
        <p:txBody>
          <a:bodyPr rtlCol="0" anchor="ctr"/>
          <a:lstStyle/>
          <a:p>
            <a:pPr algn="l"/>
            <a:endParaRPr lang="en-US" noProof="0" dirty="0"/>
          </a:p>
        </p:txBody>
      </p:sp>
    </p:spTree>
    <p:extLst>
      <p:ext uri="{BB962C8B-B14F-4D97-AF65-F5344CB8AC3E}">
        <p14:creationId xmlns:p14="http://schemas.microsoft.com/office/powerpoint/2010/main" val="1761272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7" name="Rectangle 6" descr="Unpaved road lined with trees, mountain side drive">
            <a:extLst>
              <a:ext uri="{FF2B5EF4-FFF2-40B4-BE49-F238E27FC236}">
                <a16:creationId xmlns:a16="http://schemas.microsoft.com/office/drawing/2014/main" id="{EC40FB52-44A8-43D1-8B33-F4E55A83AC38}"/>
              </a:ext>
            </a:extLst>
          </p:cNvPr>
          <p:cNvSpPr/>
          <p:nvPr userDrawn="1"/>
        </p:nvSpPr>
        <p:spPr>
          <a:xfrm>
            <a:off x="129540" y="128016"/>
            <a:ext cx="11932920" cy="6601968"/>
          </a:xfrm>
          <a:prstGeom prst="rect">
            <a:avLst/>
          </a:prstGeom>
          <a:blipFill>
            <a:blip r:embed="rId2"/>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164ACA68-1C2C-4C4D-9CB4-1C8BF3E03F57}"/>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80000"/>
                </a:schemeClr>
              </a:gs>
              <a:gs pos="100000">
                <a:schemeClr val="accent3">
                  <a:alpha val="80000"/>
                </a:schemeClr>
              </a:gs>
            </a:gsLst>
            <a:lin ang="0" scaled="1"/>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D8A140A0-8435-451E-9A8E-9C33B97E1B11}"/>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3BDD90A-F598-4982-8244-00A2189F77BD}"/>
              </a:ext>
            </a:extLst>
          </p:cNvPr>
          <p:cNvSpPr>
            <a:spLocks noGrp="1"/>
          </p:cNvSpPr>
          <p:nvPr>
            <p:ph type="ftr" sz="quarter" idx="12"/>
          </p:nvPr>
        </p:nvSpPr>
        <p:spPr/>
        <p:txBody>
          <a:bodyPr/>
          <a:lstStyle/>
          <a:p>
            <a:r>
              <a:rPr lang="en-US" noProof="0" dirty="0"/>
              <a:t>ADD A FOOTER</a:t>
            </a:r>
          </a:p>
        </p:txBody>
      </p:sp>
      <p:sp>
        <p:nvSpPr>
          <p:cNvPr id="14" name="Title 1">
            <a:extLst>
              <a:ext uri="{FF2B5EF4-FFF2-40B4-BE49-F238E27FC236}">
                <a16:creationId xmlns:a16="http://schemas.microsoft.com/office/drawing/2014/main" id="{4510C334-F1CE-4CEF-ADC6-D1BADB9947D6}"/>
              </a:ext>
            </a:extLst>
          </p:cNvPr>
          <p:cNvSpPr>
            <a:spLocks noGrp="1"/>
          </p:cNvSpPr>
          <p:nvPr>
            <p:ph type="title"/>
          </p:nvPr>
        </p:nvSpPr>
        <p:spPr>
          <a:xfrm>
            <a:off x="838200" y="268873"/>
            <a:ext cx="10515600" cy="1325563"/>
          </a:xfrm>
        </p:spPr>
        <p:txBody>
          <a:bodyPr lIns="0" rIns="0"/>
          <a:lstStyle>
            <a:lvl1pPr algn="ctr">
              <a:defRPr>
                <a:solidFill>
                  <a:schemeClr val="bg1"/>
                </a:solidFill>
              </a:defRPr>
            </a:lvl1pPr>
          </a:lstStyle>
          <a:p>
            <a:endParaRPr lang="en-US" noProof="0" dirty="0"/>
          </a:p>
        </p:txBody>
      </p:sp>
      <p:sp>
        <p:nvSpPr>
          <p:cNvPr id="15" name="Oval 14">
            <a:extLst>
              <a:ext uri="{FF2B5EF4-FFF2-40B4-BE49-F238E27FC236}">
                <a16:creationId xmlns:a16="http://schemas.microsoft.com/office/drawing/2014/main" id="{B6E88236-C248-4008-9619-75BCE6D3401C}"/>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6" name="Media Placeholder 7">
            <a:extLst>
              <a:ext uri="{FF2B5EF4-FFF2-40B4-BE49-F238E27FC236}">
                <a16:creationId xmlns:a16="http://schemas.microsoft.com/office/drawing/2014/main" id="{A11F77F4-4B16-4503-B9B6-AE22C686E3E3}"/>
              </a:ext>
            </a:extLst>
          </p:cNvPr>
          <p:cNvSpPr>
            <a:spLocks noGrp="1"/>
          </p:cNvSpPr>
          <p:nvPr>
            <p:ph type="media" sz="quarter" idx="17"/>
          </p:nvPr>
        </p:nvSpPr>
        <p:spPr>
          <a:xfrm>
            <a:off x="1395984" y="1497770"/>
            <a:ext cx="9400032" cy="4215384"/>
          </a:xfrm>
        </p:spPr>
        <p:txBody>
          <a:bodyPr anchor="ctr" anchorCtr="0">
            <a:normAutofit/>
          </a:bodyPr>
          <a:lstStyle>
            <a:lvl1pPr marL="0" indent="0" algn="ctr">
              <a:buNone/>
              <a:defRPr sz="1400"/>
            </a:lvl1pPr>
          </a:lstStyle>
          <a:p>
            <a:r>
              <a:rPr lang="en-US" noProof="0"/>
              <a:t>Click icon to add media</a:t>
            </a:r>
            <a:endParaRPr lang="en-US" noProof="0" dirty="0"/>
          </a:p>
        </p:txBody>
      </p:sp>
    </p:spTree>
    <p:extLst>
      <p:ext uri="{BB962C8B-B14F-4D97-AF65-F5344CB8AC3E}">
        <p14:creationId xmlns:p14="http://schemas.microsoft.com/office/powerpoint/2010/main" val="2399738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anks Layout">
    <p:spTree>
      <p:nvGrpSpPr>
        <p:cNvPr id="1" name=""/>
        <p:cNvGrpSpPr/>
        <p:nvPr/>
      </p:nvGrpSpPr>
      <p:grpSpPr>
        <a:xfrm>
          <a:off x="0" y="0"/>
          <a:ext cx="0" cy="0"/>
          <a:chOff x="0" y="0"/>
          <a:chExt cx="0" cy="0"/>
        </a:xfrm>
      </p:grpSpPr>
      <p:sp>
        <p:nvSpPr>
          <p:cNvPr id="3" name="Rectangle 2" descr="View of a lake and mountain range">
            <a:extLst>
              <a:ext uri="{FF2B5EF4-FFF2-40B4-BE49-F238E27FC236}">
                <a16:creationId xmlns:a16="http://schemas.microsoft.com/office/drawing/2014/main" id="{1DAC5403-E1D0-4032-A9FE-410B2982643C}"/>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12" name="Rectangle 11">
            <a:extLst>
              <a:ext uri="{FF2B5EF4-FFF2-40B4-BE49-F238E27FC236}">
                <a16:creationId xmlns:a16="http://schemas.microsoft.com/office/drawing/2014/main" id="{D846C517-01CF-4924-81A5-DAD4CE0BFA6C}"/>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80000"/>
                </a:schemeClr>
              </a:gs>
              <a:gs pos="99000">
                <a:schemeClr val="accent3">
                  <a:alpha val="80000"/>
                </a:schemeClr>
              </a:gs>
            </a:gsLst>
            <a:lin ang="0" scaled="1"/>
            <a:tileRect/>
          </a:gradFill>
          <a:ln w="12700" cap="flat">
            <a:noFill/>
            <a:prstDash val="solid"/>
            <a:miter/>
          </a:ln>
        </p:spPr>
        <p:txBody>
          <a:bodyPr rtlCol="0" anchor="ctr"/>
          <a:lstStyle/>
          <a:p>
            <a:pPr algn="l"/>
            <a:endParaRPr lang="en-US" noProof="0" dirty="0"/>
          </a:p>
        </p:txBody>
      </p:sp>
      <p:sp>
        <p:nvSpPr>
          <p:cNvPr id="16" name="Text Placeholder 26">
            <a:extLst>
              <a:ext uri="{FF2B5EF4-FFF2-40B4-BE49-F238E27FC236}">
                <a16:creationId xmlns:a16="http://schemas.microsoft.com/office/drawing/2014/main" id="{82190F1B-1701-4806-870F-8FC7F32FE4AA}"/>
              </a:ext>
            </a:extLst>
          </p:cNvPr>
          <p:cNvSpPr>
            <a:spLocks noGrp="1"/>
          </p:cNvSpPr>
          <p:nvPr>
            <p:ph type="body" sz="quarter" idx="21" hasCustomPrompt="1"/>
          </p:nvPr>
        </p:nvSpPr>
        <p:spPr>
          <a:xfrm>
            <a:off x="3912235" y="4222968"/>
            <a:ext cx="4367531" cy="474519"/>
          </a:xfrm>
        </p:spPr>
        <p:txBody>
          <a:bodyPr>
            <a:noAutofit/>
          </a:bodyPr>
          <a:lstStyle>
            <a:lvl1pPr marL="0" indent="0" algn="ctr">
              <a:buNone/>
              <a:defRPr sz="35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+7 678-555-0128</a:t>
            </a:r>
          </a:p>
        </p:txBody>
      </p:sp>
      <p:sp>
        <p:nvSpPr>
          <p:cNvPr id="18" name="Text Placeholder 26">
            <a:extLst>
              <a:ext uri="{FF2B5EF4-FFF2-40B4-BE49-F238E27FC236}">
                <a16:creationId xmlns:a16="http://schemas.microsoft.com/office/drawing/2014/main" id="{972B7F81-5409-42D9-B44C-88D9CBD9BAD5}"/>
              </a:ext>
            </a:extLst>
          </p:cNvPr>
          <p:cNvSpPr>
            <a:spLocks noGrp="1"/>
          </p:cNvSpPr>
          <p:nvPr>
            <p:ph type="body" sz="quarter" idx="20" hasCustomPrompt="1"/>
          </p:nvPr>
        </p:nvSpPr>
        <p:spPr>
          <a:xfrm>
            <a:off x="3912235" y="3927698"/>
            <a:ext cx="4367531" cy="288000"/>
          </a:xfrm>
        </p:spPr>
        <p:txBody>
          <a:bodyPr>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Phone</a:t>
            </a:r>
          </a:p>
        </p:txBody>
      </p:sp>
      <p:sp>
        <p:nvSpPr>
          <p:cNvPr id="19" name="Text Placeholder 14">
            <a:extLst>
              <a:ext uri="{FF2B5EF4-FFF2-40B4-BE49-F238E27FC236}">
                <a16:creationId xmlns:a16="http://schemas.microsoft.com/office/drawing/2014/main" id="{FAA54554-5CE2-43AD-979D-F095482C49AB}"/>
              </a:ext>
            </a:extLst>
          </p:cNvPr>
          <p:cNvSpPr>
            <a:spLocks noGrp="1"/>
          </p:cNvSpPr>
          <p:nvPr>
            <p:ph type="body" sz="quarter" idx="13" hasCustomPrompt="1"/>
          </p:nvPr>
        </p:nvSpPr>
        <p:spPr>
          <a:xfrm>
            <a:off x="1050857" y="2655074"/>
            <a:ext cx="10090287" cy="606659"/>
          </a:xfrm>
        </p:spPr>
        <p:txBody>
          <a:bodyPr>
            <a:noAutofit/>
          </a:bodyPr>
          <a:lstStyle>
            <a:lvl1pPr marL="0" indent="0" algn="ctr">
              <a:buNone/>
              <a:defRPr sz="3500" b="0" i="0">
                <a:solidFill>
                  <a:schemeClr val="bg2"/>
                </a:solidFill>
              </a:defRPr>
            </a:lvl1pPr>
          </a:lstStyle>
          <a:p>
            <a:pPr lvl="0"/>
            <a:r>
              <a:rPr lang="en-US" noProof="0"/>
              <a:t>Alexander Martensson</a:t>
            </a:r>
          </a:p>
        </p:txBody>
      </p:sp>
      <p:sp>
        <p:nvSpPr>
          <p:cNvPr id="20" name="Text Placeholder 26">
            <a:extLst>
              <a:ext uri="{FF2B5EF4-FFF2-40B4-BE49-F238E27FC236}">
                <a16:creationId xmlns:a16="http://schemas.microsoft.com/office/drawing/2014/main" id="{A1D8F0C1-128A-435B-8585-F0B32496EC79}"/>
              </a:ext>
            </a:extLst>
          </p:cNvPr>
          <p:cNvSpPr>
            <a:spLocks noGrp="1"/>
          </p:cNvSpPr>
          <p:nvPr>
            <p:ph type="body" sz="quarter" idx="22" hasCustomPrompt="1"/>
          </p:nvPr>
        </p:nvSpPr>
        <p:spPr>
          <a:xfrm>
            <a:off x="3135722" y="5230723"/>
            <a:ext cx="5920556" cy="474519"/>
          </a:xfrm>
        </p:spPr>
        <p:txBody>
          <a:bodyPr>
            <a:noAutofit/>
          </a:bodyPr>
          <a:lstStyle>
            <a:lvl1pPr marL="0" indent="0" algn="ctr">
              <a:buNone/>
              <a:defRPr sz="35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martensson@example.com</a:t>
            </a:r>
          </a:p>
        </p:txBody>
      </p:sp>
      <p:sp>
        <p:nvSpPr>
          <p:cNvPr id="22" name="Text Placeholder 26">
            <a:extLst>
              <a:ext uri="{FF2B5EF4-FFF2-40B4-BE49-F238E27FC236}">
                <a16:creationId xmlns:a16="http://schemas.microsoft.com/office/drawing/2014/main" id="{90B48E8B-E525-4852-9167-5281C64B1C37}"/>
              </a:ext>
            </a:extLst>
          </p:cNvPr>
          <p:cNvSpPr>
            <a:spLocks noGrp="1"/>
          </p:cNvSpPr>
          <p:nvPr>
            <p:ph type="body" sz="quarter" idx="23" hasCustomPrompt="1"/>
          </p:nvPr>
        </p:nvSpPr>
        <p:spPr>
          <a:xfrm>
            <a:off x="3912235" y="4929014"/>
            <a:ext cx="4367531" cy="288000"/>
          </a:xfrm>
        </p:spPr>
        <p:txBody>
          <a:bodyPr>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a:r>
              <a:rPr lang="en-US" noProof="0"/>
              <a:t>Email</a:t>
            </a:r>
          </a:p>
        </p:txBody>
      </p:sp>
      <p:sp>
        <p:nvSpPr>
          <p:cNvPr id="24" name="Title 1">
            <a:extLst>
              <a:ext uri="{FF2B5EF4-FFF2-40B4-BE49-F238E27FC236}">
                <a16:creationId xmlns:a16="http://schemas.microsoft.com/office/drawing/2014/main" id="{0C5EB90F-1ADD-412B-9044-2CC607B786B1}"/>
              </a:ext>
            </a:extLst>
          </p:cNvPr>
          <p:cNvSpPr>
            <a:spLocks noGrp="1"/>
          </p:cNvSpPr>
          <p:nvPr>
            <p:ph type="title" hasCustomPrompt="1"/>
          </p:nvPr>
        </p:nvSpPr>
        <p:spPr>
          <a:xfrm>
            <a:off x="1050856" y="993494"/>
            <a:ext cx="10104124" cy="1517356"/>
          </a:xfrm>
        </p:spPr>
        <p:txBody>
          <a:bodyPr>
            <a:noAutofit/>
          </a:bodyPr>
          <a:lstStyle>
            <a:lvl1pPr algn="ctr">
              <a:defRPr sz="8000" b="0">
                <a:solidFill>
                  <a:schemeClr val="bg1"/>
                </a:solidFill>
              </a:defRPr>
            </a:lvl1pPr>
          </a:lstStyle>
          <a:p>
            <a:r>
              <a:rPr lang="en-US" noProof="0"/>
              <a:t>THANK YOU!</a:t>
            </a:r>
          </a:p>
        </p:txBody>
      </p:sp>
      <p:sp>
        <p:nvSpPr>
          <p:cNvPr id="25" name="Rectangle 24">
            <a:extLst>
              <a:ext uri="{FF2B5EF4-FFF2-40B4-BE49-F238E27FC236}">
                <a16:creationId xmlns:a16="http://schemas.microsoft.com/office/drawing/2014/main" id="{540A1271-E1E7-40AB-9552-9B4249544008}"/>
              </a:ext>
              <a:ext uri="{C183D7F6-B498-43B3-948B-1728B52AA6E4}">
                <adec:decorative xmlns:adec="http://schemas.microsoft.com/office/drawing/2017/decorative" val="1"/>
              </a:ext>
            </a:extLst>
          </p:cNvPr>
          <p:cNvSpPr/>
          <p:nvPr userDrawn="1"/>
        </p:nvSpPr>
        <p:spPr>
          <a:xfrm>
            <a:off x="3156204" y="2421953"/>
            <a:ext cx="5879592" cy="64008"/>
          </a:xfrm>
          <a:prstGeom prst="rect">
            <a:avLst/>
          </a:prstGeom>
          <a:solidFill>
            <a:schemeClr val="bg2"/>
          </a:solidFill>
          <a:ln w="12700" cap="flat">
            <a:noFill/>
            <a:prstDash val="solid"/>
            <a:miter/>
          </a:ln>
        </p:spPr>
        <p:txBody>
          <a:bodyPr rtlCol="0" anchor="ctr"/>
          <a:lstStyle/>
          <a:p>
            <a:pPr algn="l"/>
            <a:endParaRPr lang="en-US" noProof="0" dirty="0"/>
          </a:p>
        </p:txBody>
      </p:sp>
    </p:spTree>
    <p:extLst>
      <p:ext uri="{BB962C8B-B14F-4D97-AF65-F5344CB8AC3E}">
        <p14:creationId xmlns:p14="http://schemas.microsoft.com/office/powerpoint/2010/main" val="1371178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descr="View of a mountain range">
            <a:extLst>
              <a:ext uri="{FF2B5EF4-FFF2-40B4-BE49-F238E27FC236}">
                <a16:creationId xmlns:a16="http://schemas.microsoft.com/office/drawing/2014/main" id="{1DAC5403-E1D0-4032-A9FE-410B2982643C}"/>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12" name="Rectangle 11">
            <a:extLst>
              <a:ext uri="{FF2B5EF4-FFF2-40B4-BE49-F238E27FC236}">
                <a16:creationId xmlns:a16="http://schemas.microsoft.com/office/drawing/2014/main" id="{D846C517-01CF-4924-81A5-DAD4CE0BFA6C}"/>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70000"/>
                </a:schemeClr>
              </a:gs>
              <a:gs pos="100000">
                <a:schemeClr val="accent3">
                  <a:alpha val="70000"/>
                </a:schemeClr>
              </a:gs>
            </a:gsLst>
            <a:lin ang="0" scaled="1"/>
            <a:tileRect/>
          </a:gradFill>
          <a:ln w="12700" cap="flat">
            <a:noFill/>
            <a:prstDash val="solid"/>
            <a:miter/>
          </a:ln>
        </p:spPr>
        <p:txBody>
          <a:bodyPr rtlCol="0" anchor="ctr"/>
          <a:lstStyle/>
          <a:p>
            <a:pPr algn="l"/>
            <a:endParaRPr lang="en-US" noProof="0" dirty="0"/>
          </a:p>
        </p:txBody>
      </p:sp>
      <p:sp>
        <p:nvSpPr>
          <p:cNvPr id="2" name="Title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2107415"/>
            <a:ext cx="10117959" cy="2281355"/>
          </a:xfrm>
        </p:spPr>
        <p:txBody>
          <a:bodyPr>
            <a:noAutofit/>
          </a:bodyPr>
          <a:lstStyle>
            <a:lvl1pPr algn="ctr">
              <a:defRPr sz="8000" b="0">
                <a:solidFill>
                  <a:schemeClr val="bg1"/>
                </a:solidFill>
              </a:defRPr>
            </a:lvl1pPr>
          </a:lstStyle>
          <a:p>
            <a:r>
              <a:rPr lang="en-US" noProof="0"/>
              <a:t>PRESENTATION</a:t>
            </a:r>
            <a:br>
              <a:rPr lang="en-US" noProof="0"/>
            </a:br>
            <a:r>
              <a:rPr lang="en-US" noProof="0"/>
              <a:t>TITLE</a:t>
            </a:r>
          </a:p>
        </p:txBody>
      </p:sp>
      <p:sp>
        <p:nvSpPr>
          <p:cNvPr id="5" name="Rectangle 4">
            <a:extLst>
              <a:ext uri="{FF2B5EF4-FFF2-40B4-BE49-F238E27FC236}">
                <a16:creationId xmlns:a16="http://schemas.microsoft.com/office/drawing/2014/main" id="{6691BBC0-FAFE-4A57-9925-6182B74C4CB1}"/>
              </a:ext>
              <a:ext uri="{C183D7F6-B498-43B3-948B-1728B52AA6E4}">
                <adec:decorative xmlns:adec="http://schemas.microsoft.com/office/drawing/2017/decorative" val="1"/>
              </a:ext>
            </a:extLst>
          </p:cNvPr>
          <p:cNvSpPr/>
          <p:nvPr userDrawn="1"/>
        </p:nvSpPr>
        <p:spPr>
          <a:xfrm>
            <a:off x="4879848" y="4453465"/>
            <a:ext cx="2432304" cy="64008"/>
          </a:xfrm>
          <a:prstGeom prst="rect">
            <a:avLst/>
          </a:prstGeom>
          <a:solidFill>
            <a:schemeClr val="bg2"/>
          </a:solidFill>
          <a:ln w="12700" cap="flat">
            <a:noFill/>
            <a:prstDash val="solid"/>
            <a:miter/>
          </a:ln>
        </p:spPr>
        <p:txBody>
          <a:bodyPr rtlCol="0" anchor="ctr"/>
          <a:lstStyle/>
          <a:p>
            <a:pPr algn="l"/>
            <a:endParaRPr lang="en-US" noProof="0" dirty="0"/>
          </a:p>
        </p:txBody>
      </p:sp>
      <p:sp>
        <p:nvSpPr>
          <p:cNvPr id="9" name="Subtitle 2">
            <a:extLst>
              <a:ext uri="{FF2B5EF4-FFF2-40B4-BE49-F238E27FC236}">
                <a16:creationId xmlns:a16="http://schemas.microsoft.com/office/drawing/2014/main" id="{08214E67-DE9D-42F7-B713-798383BBD13A}"/>
              </a:ext>
            </a:extLst>
          </p:cNvPr>
          <p:cNvSpPr>
            <a:spLocks noGrp="1"/>
          </p:cNvSpPr>
          <p:nvPr>
            <p:ph type="subTitle" idx="1"/>
          </p:nvPr>
        </p:nvSpPr>
        <p:spPr>
          <a:xfrm>
            <a:off x="1037021" y="4720036"/>
            <a:ext cx="10117959" cy="1101898"/>
          </a:xfrm>
        </p:spPr>
        <p:txBody>
          <a:bodyPr vert="horz" lIns="91440" tIns="45720" rIns="91440" bIns="45720" rtlCol="0">
            <a:noAutofit/>
          </a:bodyPr>
          <a:lstStyle>
            <a:lvl1pPr marL="0" indent="0" algn="ctr">
              <a:buNone/>
              <a:defRPr lang="en-US" sz="3500" b="0" i="0" dirty="0">
                <a:solidFill>
                  <a:schemeClr val="bg2"/>
                </a:solidFill>
              </a:defRPr>
            </a:lvl1pPr>
          </a:lstStyle>
          <a:p>
            <a:pPr marL="228600" lvl="0" indent="-228600" algn="ctr"/>
            <a:r>
              <a:rPr lang="en-US" noProof="0"/>
              <a:t>Click to edit Master subtitle style</a:t>
            </a:r>
          </a:p>
        </p:txBody>
      </p:sp>
    </p:spTree>
    <p:extLst>
      <p:ext uri="{BB962C8B-B14F-4D97-AF65-F5344CB8AC3E}">
        <p14:creationId xmlns:p14="http://schemas.microsoft.com/office/powerpoint/2010/main" val="40385532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Rectangle 9" descr="View of a lake and mountain range">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39" y="128016"/>
            <a:ext cx="11932919" cy="6601968"/>
          </a:xfrm>
          <a:prstGeom prst="rect">
            <a:avLst/>
          </a:prstGeom>
          <a:gradFill flip="none" rotWithShape="1">
            <a:gsLst>
              <a:gs pos="0">
                <a:schemeClr val="accent2">
                  <a:alpha val="80000"/>
                </a:schemeClr>
              </a:gs>
              <a:gs pos="100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3" name="Rectangle 12">
            <a:extLst>
              <a:ext uri="{FF2B5EF4-FFF2-40B4-BE49-F238E27FC236}">
                <a16:creationId xmlns:a16="http://schemas.microsoft.com/office/drawing/2014/main" id="{E7822F33-D675-4E6C-BD09-D9C78365BB41}"/>
              </a:ext>
              <a:ext uri="{C183D7F6-B498-43B3-948B-1728B52AA6E4}">
                <adec:decorative xmlns:adec="http://schemas.microsoft.com/office/drawing/2017/decorative" val="1"/>
              </a:ext>
            </a:extLst>
          </p:cNvPr>
          <p:cNvSpPr/>
          <p:nvPr userDrawn="1"/>
        </p:nvSpPr>
        <p:spPr>
          <a:xfrm>
            <a:off x="915026" y="1747488"/>
            <a:ext cx="4428000"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15" name="Content Placeholder 2">
            <a:extLst>
              <a:ext uri="{FF2B5EF4-FFF2-40B4-BE49-F238E27FC236}">
                <a16:creationId xmlns:a16="http://schemas.microsoft.com/office/drawing/2014/main" id="{01B00995-C0FC-4EC6-A9B0-828FB28FC47F}"/>
              </a:ext>
            </a:extLst>
          </p:cNvPr>
          <p:cNvSpPr>
            <a:spLocks noGrp="1"/>
          </p:cNvSpPr>
          <p:nvPr>
            <p:ph idx="1" hasCustomPrompt="1"/>
          </p:nvPr>
        </p:nvSpPr>
        <p:spPr>
          <a:xfrm>
            <a:off x="838200" y="1825625"/>
            <a:ext cx="10515600"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itle 7">
            <a:extLst>
              <a:ext uri="{FF2B5EF4-FFF2-40B4-BE49-F238E27FC236}">
                <a16:creationId xmlns:a16="http://schemas.microsoft.com/office/drawing/2014/main" id="{51A54DF2-9EE6-43F7-A586-88CA6C624778}"/>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33351147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 name="Rectangle 9" descr="View of a lake and mountain range">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39" y="128016"/>
            <a:ext cx="11932919" cy="6601968"/>
          </a:xfrm>
          <a:prstGeom prst="rect">
            <a:avLst/>
          </a:prstGeom>
          <a:gradFill flip="none" rotWithShape="1">
            <a:gsLst>
              <a:gs pos="0">
                <a:schemeClr val="accent2">
                  <a:alpha val="80000"/>
                </a:schemeClr>
              </a:gs>
              <a:gs pos="100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3" name="Rectangle 12">
            <a:extLst>
              <a:ext uri="{FF2B5EF4-FFF2-40B4-BE49-F238E27FC236}">
                <a16:creationId xmlns:a16="http://schemas.microsoft.com/office/drawing/2014/main" id="{E7822F33-D675-4E6C-BD09-D9C78365BB41}"/>
              </a:ext>
              <a:ext uri="{C183D7F6-B498-43B3-948B-1728B52AA6E4}">
                <adec:decorative xmlns:adec="http://schemas.microsoft.com/office/drawing/2017/decorative" val="1"/>
              </a:ext>
            </a:extLst>
          </p:cNvPr>
          <p:cNvSpPr/>
          <p:nvPr userDrawn="1"/>
        </p:nvSpPr>
        <p:spPr>
          <a:xfrm>
            <a:off x="915026" y="1747488"/>
            <a:ext cx="4428000"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8" name="Title 7">
            <a:extLst>
              <a:ext uri="{FF2B5EF4-FFF2-40B4-BE49-F238E27FC236}">
                <a16:creationId xmlns:a16="http://schemas.microsoft.com/office/drawing/2014/main" id="{51A54DF2-9EE6-43F7-A586-88CA6C624778}"/>
              </a:ext>
            </a:extLst>
          </p:cNvPr>
          <p:cNvSpPr>
            <a:spLocks noGrp="1"/>
          </p:cNvSpPr>
          <p:nvPr>
            <p:ph type="title" hasCustomPrompt="1"/>
          </p:nvPr>
        </p:nvSpPr>
        <p:spPr/>
        <p:txBody>
          <a:bodyPr/>
          <a:lstStyle>
            <a:lvl1pPr>
              <a:defRPr>
                <a:solidFill>
                  <a:schemeClr val="bg1"/>
                </a:solidFill>
              </a:defRPr>
            </a:lvl1pPr>
          </a:lstStyle>
          <a:p>
            <a:r>
              <a:rPr lang="en-IN" dirty="0"/>
              <a:t>Fires by Month &amp; Day</a:t>
            </a:r>
            <a:endParaRPr lang="en-US" noProof="0" dirty="0"/>
          </a:p>
        </p:txBody>
      </p:sp>
      <p:sp>
        <p:nvSpPr>
          <p:cNvPr id="12" name="Content Placeholder 3">
            <a:extLst>
              <a:ext uri="{FF2B5EF4-FFF2-40B4-BE49-F238E27FC236}">
                <a16:creationId xmlns:a16="http://schemas.microsoft.com/office/drawing/2014/main" id="{D4CE5575-876A-4335-83ED-6B346DA1B4D2}"/>
              </a:ext>
            </a:extLst>
          </p:cNvPr>
          <p:cNvSpPr>
            <a:spLocks noGrp="1"/>
          </p:cNvSpPr>
          <p:nvPr>
            <p:ph sz="half" idx="2" hasCustomPrompt="1"/>
          </p:nvPr>
        </p:nvSpPr>
        <p:spPr>
          <a:xfrm>
            <a:off x="6172200" y="1825625"/>
            <a:ext cx="5181600"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Content Placeholder 1">
            <a:extLst>
              <a:ext uri="{FF2B5EF4-FFF2-40B4-BE49-F238E27FC236}">
                <a16:creationId xmlns:a16="http://schemas.microsoft.com/office/drawing/2014/main" id="{5BAA5982-EA6A-42C6-8EE3-8090779E779D}"/>
              </a:ext>
            </a:extLst>
          </p:cNvPr>
          <p:cNvSpPr>
            <a:spLocks noGrp="1" noChangeArrowheads="1"/>
          </p:cNvSpPr>
          <p:nvPr>
            <p:ph sz="half" idx="1"/>
          </p:nvPr>
        </p:nvSpPr>
        <p:spPr bwMode="auto">
          <a:xfrm>
            <a:off x="838200" y="3539629"/>
            <a:ext cx="3838551"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sz="4800">
                <a:solidFill>
                  <a:schemeClr val="bg2">
                    <a:lumMod val="60000"/>
                    <a:lumOff val="40000"/>
                  </a:schemeClr>
                </a:solidFill>
              </a:defRPr>
            </a:lvl1p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August: 184 fires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September: 172 fires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Weekends busier (Sun: 95, Fri: 85)</a:t>
            </a:r>
          </a:p>
        </p:txBody>
      </p:sp>
    </p:spTree>
    <p:extLst>
      <p:ext uri="{BB962C8B-B14F-4D97-AF65-F5344CB8AC3E}">
        <p14:creationId xmlns:p14="http://schemas.microsoft.com/office/powerpoint/2010/main" val="16250358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Rectangle 9" descr="View of a lake and mountain range">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39" y="128016"/>
            <a:ext cx="11932919" cy="6601968"/>
          </a:xfrm>
          <a:prstGeom prst="rect">
            <a:avLst/>
          </a:prstGeom>
          <a:gradFill flip="none" rotWithShape="1">
            <a:gsLst>
              <a:gs pos="0">
                <a:schemeClr val="accent2">
                  <a:alpha val="80000"/>
                </a:schemeClr>
              </a:gs>
              <a:gs pos="100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3" name="Rectangle 12">
            <a:extLst>
              <a:ext uri="{FF2B5EF4-FFF2-40B4-BE49-F238E27FC236}">
                <a16:creationId xmlns:a16="http://schemas.microsoft.com/office/drawing/2014/main" id="{E7822F33-D675-4E6C-BD09-D9C78365BB41}"/>
              </a:ext>
              <a:ext uri="{C183D7F6-B498-43B3-948B-1728B52AA6E4}">
                <adec:decorative xmlns:adec="http://schemas.microsoft.com/office/drawing/2017/decorative" val="1"/>
              </a:ext>
            </a:extLst>
          </p:cNvPr>
          <p:cNvSpPr/>
          <p:nvPr userDrawn="1"/>
        </p:nvSpPr>
        <p:spPr>
          <a:xfrm>
            <a:off x="915026" y="1747488"/>
            <a:ext cx="4428000"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8" name="Title 7">
            <a:extLst>
              <a:ext uri="{FF2B5EF4-FFF2-40B4-BE49-F238E27FC236}">
                <a16:creationId xmlns:a16="http://schemas.microsoft.com/office/drawing/2014/main" id="{51A54DF2-9EE6-43F7-A586-88CA6C624778}"/>
              </a:ext>
            </a:extLst>
          </p:cNvPr>
          <p:cNvSpPr>
            <a:spLocks noGrp="1"/>
          </p:cNvSpPr>
          <p:nvPr>
            <p:ph type="title"/>
          </p:nvPr>
        </p:nvSpPr>
        <p:spPr/>
        <p:txBody>
          <a:bodyPr/>
          <a:lstStyle>
            <a:lvl1pPr>
              <a:defRPr>
                <a:solidFill>
                  <a:schemeClr val="bg1"/>
                </a:solidFill>
              </a:defRPr>
            </a:lvl1pPr>
          </a:lstStyle>
          <a:p>
            <a:r>
              <a:rPr lang="en-US" noProof="0"/>
              <a:t>Click to edit Master title style</a:t>
            </a:r>
          </a:p>
        </p:txBody>
      </p:sp>
      <p:sp>
        <p:nvSpPr>
          <p:cNvPr id="11" name="Text Placeholder 2">
            <a:extLst>
              <a:ext uri="{FF2B5EF4-FFF2-40B4-BE49-F238E27FC236}">
                <a16:creationId xmlns:a16="http://schemas.microsoft.com/office/drawing/2014/main" id="{D1F82F6E-10E8-4A58-9655-E18D14D7901F}"/>
              </a:ext>
            </a:extLst>
          </p:cNvPr>
          <p:cNvSpPr>
            <a:spLocks noGrp="1"/>
          </p:cNvSpPr>
          <p:nvPr>
            <p:ph type="body" idx="1" hasCustomPrompt="1"/>
          </p:nvPr>
        </p:nvSpPr>
        <p:spPr>
          <a:xfrm>
            <a:off x="839788" y="1840863"/>
            <a:ext cx="5157787" cy="664211"/>
          </a:xfrm>
        </p:spPr>
        <p:txBody>
          <a:bodyPr anchor="b"/>
          <a:lstStyle>
            <a:lvl1pPr marL="0" indent="0">
              <a:buNone/>
              <a:defRPr sz="2400" b="1">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12" name="Content Placeholder 3">
            <a:extLst>
              <a:ext uri="{FF2B5EF4-FFF2-40B4-BE49-F238E27FC236}">
                <a16:creationId xmlns:a16="http://schemas.microsoft.com/office/drawing/2014/main" id="{C2F6C18E-5BCB-42EF-9310-5BD6E011DF2F}"/>
              </a:ext>
            </a:extLst>
          </p:cNvPr>
          <p:cNvSpPr>
            <a:spLocks noGrp="1"/>
          </p:cNvSpPr>
          <p:nvPr>
            <p:ph sz="half" idx="2" hasCustomPrompt="1"/>
          </p:nvPr>
        </p:nvSpPr>
        <p:spPr>
          <a:xfrm>
            <a:off x="839788" y="2505075"/>
            <a:ext cx="5157787" cy="368458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4">
            <a:extLst>
              <a:ext uri="{FF2B5EF4-FFF2-40B4-BE49-F238E27FC236}">
                <a16:creationId xmlns:a16="http://schemas.microsoft.com/office/drawing/2014/main" id="{9BA2923F-D123-40C6-A193-B86D683D5B51}"/>
              </a:ext>
            </a:extLst>
          </p:cNvPr>
          <p:cNvSpPr>
            <a:spLocks noGrp="1"/>
          </p:cNvSpPr>
          <p:nvPr>
            <p:ph type="body" sz="quarter" idx="3" hasCustomPrompt="1"/>
          </p:nvPr>
        </p:nvSpPr>
        <p:spPr>
          <a:xfrm>
            <a:off x="6172200" y="1840863"/>
            <a:ext cx="5183188" cy="664212"/>
          </a:xfrm>
        </p:spPr>
        <p:txBody>
          <a:bodyPr anchor="b"/>
          <a:lstStyle>
            <a:lvl1pPr marL="0" indent="0">
              <a:buNone/>
              <a:defRPr sz="2400" b="1">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Edit Master text styles</a:t>
            </a:r>
          </a:p>
        </p:txBody>
      </p:sp>
      <p:sp>
        <p:nvSpPr>
          <p:cNvPr id="16" name="Content Placeholder 5">
            <a:extLst>
              <a:ext uri="{FF2B5EF4-FFF2-40B4-BE49-F238E27FC236}">
                <a16:creationId xmlns:a16="http://schemas.microsoft.com/office/drawing/2014/main" id="{8305C175-94AC-44DD-9321-0A8DBDF22DA9}"/>
              </a:ext>
            </a:extLst>
          </p:cNvPr>
          <p:cNvSpPr>
            <a:spLocks noGrp="1"/>
          </p:cNvSpPr>
          <p:nvPr>
            <p:ph sz="quarter" idx="4" hasCustomPrompt="1"/>
          </p:nvPr>
        </p:nvSpPr>
        <p:spPr>
          <a:xfrm>
            <a:off x="6172200" y="2505075"/>
            <a:ext cx="5183188" cy="368458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759988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0" name="Rectangle 9" descr="View of a lake and mountain range">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39" y="128016"/>
            <a:ext cx="11932919" cy="6601968"/>
          </a:xfrm>
          <a:prstGeom prst="rect">
            <a:avLst/>
          </a:prstGeom>
          <a:gradFill flip="none" rotWithShape="1">
            <a:gsLst>
              <a:gs pos="0">
                <a:schemeClr val="accent2">
                  <a:alpha val="80000"/>
                </a:schemeClr>
              </a:gs>
              <a:gs pos="100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3" name="Rectangle 12">
            <a:extLst>
              <a:ext uri="{FF2B5EF4-FFF2-40B4-BE49-F238E27FC236}">
                <a16:creationId xmlns:a16="http://schemas.microsoft.com/office/drawing/2014/main" id="{E7822F33-D675-4E6C-BD09-D9C78365BB41}"/>
              </a:ext>
              <a:ext uri="{C183D7F6-B498-43B3-948B-1728B52AA6E4}">
                <adec:decorative xmlns:adec="http://schemas.microsoft.com/office/drawing/2017/decorative" val="1"/>
              </a:ext>
            </a:extLst>
          </p:cNvPr>
          <p:cNvSpPr/>
          <p:nvPr userDrawn="1"/>
        </p:nvSpPr>
        <p:spPr>
          <a:xfrm>
            <a:off x="915026" y="2105709"/>
            <a:ext cx="3749040"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11" name="Title 1">
            <a:extLst>
              <a:ext uri="{FF2B5EF4-FFF2-40B4-BE49-F238E27FC236}">
                <a16:creationId xmlns:a16="http://schemas.microsoft.com/office/drawing/2014/main" id="{B1C3E675-6E45-4A81-AEA3-D36388222894}"/>
              </a:ext>
            </a:extLst>
          </p:cNvPr>
          <p:cNvSpPr>
            <a:spLocks noGrp="1"/>
          </p:cNvSpPr>
          <p:nvPr>
            <p:ph type="title"/>
          </p:nvPr>
        </p:nvSpPr>
        <p:spPr>
          <a:xfrm>
            <a:off x="839788" y="457200"/>
            <a:ext cx="3932237" cy="1600200"/>
          </a:xfrm>
        </p:spPr>
        <p:txBody>
          <a:bodyPr anchor="b"/>
          <a:lstStyle>
            <a:lvl1pPr>
              <a:defRPr sz="3200">
                <a:solidFill>
                  <a:schemeClr val="bg1"/>
                </a:solidFill>
              </a:defRPr>
            </a:lvl1pPr>
          </a:lstStyle>
          <a:p>
            <a:r>
              <a:rPr lang="en-US" noProof="0"/>
              <a:t>Click to edit Master title style</a:t>
            </a:r>
          </a:p>
        </p:txBody>
      </p:sp>
      <p:sp>
        <p:nvSpPr>
          <p:cNvPr id="12" name="Text Placeholder 3">
            <a:extLst>
              <a:ext uri="{FF2B5EF4-FFF2-40B4-BE49-F238E27FC236}">
                <a16:creationId xmlns:a16="http://schemas.microsoft.com/office/drawing/2014/main" id="{1E4B599D-7641-40C1-8DAE-110A36403CFF}"/>
              </a:ext>
            </a:extLst>
          </p:cNvPr>
          <p:cNvSpPr>
            <a:spLocks noGrp="1"/>
          </p:cNvSpPr>
          <p:nvPr>
            <p:ph type="body" sz="half" idx="2" hasCustomPrompt="1"/>
          </p:nvPr>
        </p:nvSpPr>
        <p:spPr>
          <a:xfrm>
            <a:off x="839788" y="2177592"/>
            <a:ext cx="3932237" cy="3691396"/>
          </a:xfrm>
        </p:spPr>
        <p:txBody>
          <a:bodyPr/>
          <a:lstStyle>
            <a:lvl1pPr marL="0" indent="0">
              <a:buNone/>
              <a:defRPr sz="160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4" name="Content Placeholder 2">
            <a:extLst>
              <a:ext uri="{FF2B5EF4-FFF2-40B4-BE49-F238E27FC236}">
                <a16:creationId xmlns:a16="http://schemas.microsoft.com/office/drawing/2014/main" id="{709FEF38-E3A7-4527-97CB-AF528BAEBA8F}"/>
              </a:ext>
            </a:extLst>
          </p:cNvPr>
          <p:cNvSpPr>
            <a:spLocks noGrp="1"/>
          </p:cNvSpPr>
          <p:nvPr>
            <p:ph idx="1" hasCustomPrompt="1"/>
          </p:nvPr>
        </p:nvSpPr>
        <p:spPr>
          <a:xfrm>
            <a:off x="5180012" y="457200"/>
            <a:ext cx="6172200" cy="5408613"/>
          </a:xfrm>
        </p:spPr>
        <p:txBody>
          <a:bodyPr>
            <a:normAutofit/>
          </a:bodyPr>
          <a:lstStyle>
            <a:lvl1pPr>
              <a:defRPr sz="2800">
                <a:solidFill>
                  <a:schemeClr val="bg1"/>
                </a:solidFill>
              </a:defRPr>
            </a:lvl1pPr>
            <a:lvl2pPr>
              <a:defRPr sz="2400">
                <a:solidFill>
                  <a:schemeClr val="bg1"/>
                </a:solidFill>
              </a:defRPr>
            </a:lvl2pPr>
            <a:lvl3pPr>
              <a:defRPr sz="2000">
                <a:solidFill>
                  <a:schemeClr val="bg1"/>
                </a:solidFill>
              </a:defRPr>
            </a:lvl3pPr>
            <a:lvl4pPr>
              <a:defRPr sz="1800">
                <a:solidFill>
                  <a:schemeClr val="bg1"/>
                </a:solidFill>
              </a:defRPr>
            </a:lvl4pPr>
            <a:lvl5pPr>
              <a:defRPr sz="1800">
                <a:solidFill>
                  <a:schemeClr val="bg1"/>
                </a:solidFill>
              </a:defRPr>
            </a:lvl5pPr>
            <a:lvl6pPr>
              <a:defRPr sz="2000"/>
            </a:lvl6pPr>
            <a:lvl7pPr>
              <a:defRPr sz="2000"/>
            </a:lvl7pPr>
            <a:lvl8pPr>
              <a:defRPr sz="2000"/>
            </a:lvl8pPr>
            <a:lvl9pPr>
              <a:defRPr sz="2000"/>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7279474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 name="Rectangle 9" descr="View of a lake and mountain range">
            <a:extLst>
              <a:ext uri="{FF2B5EF4-FFF2-40B4-BE49-F238E27FC236}">
                <a16:creationId xmlns:a16="http://schemas.microsoft.com/office/drawing/2014/main" id="{CECF654C-A7AE-4727-9F7F-492670C3E642}"/>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834F3F28-2A24-40B5-AC8C-5A53DC799A96}"/>
              </a:ext>
              <a:ext uri="{C183D7F6-B498-43B3-948B-1728B52AA6E4}">
                <adec:decorative xmlns:adec="http://schemas.microsoft.com/office/drawing/2017/decorative" val="1"/>
              </a:ext>
            </a:extLst>
          </p:cNvPr>
          <p:cNvSpPr/>
          <p:nvPr userDrawn="1"/>
        </p:nvSpPr>
        <p:spPr>
          <a:xfrm>
            <a:off x="129539" y="128016"/>
            <a:ext cx="11932919" cy="6601968"/>
          </a:xfrm>
          <a:prstGeom prst="rect">
            <a:avLst/>
          </a:prstGeom>
          <a:gradFill flip="none" rotWithShape="1">
            <a:gsLst>
              <a:gs pos="0">
                <a:schemeClr val="accent2">
                  <a:alpha val="80000"/>
                </a:schemeClr>
              </a:gs>
              <a:gs pos="100000">
                <a:schemeClr val="accent3">
                  <a:alpha val="80000"/>
                </a:schemeClr>
              </a:gs>
            </a:gsLst>
            <a:lin ang="1680000" scaled="0"/>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CC7A2807-F7BA-4350-93C3-95213A4854E0}"/>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2F6AE88-305E-4E68-AF8E-10BCB695A1D5}"/>
              </a:ext>
            </a:extLst>
          </p:cNvPr>
          <p:cNvSpPr>
            <a:spLocks noGrp="1"/>
          </p:cNvSpPr>
          <p:nvPr>
            <p:ph type="ftr" sz="quarter" idx="12"/>
          </p:nvPr>
        </p:nvSpPr>
        <p:spPr/>
        <p:txBody>
          <a:bodyPr/>
          <a:lstStyle/>
          <a:p>
            <a:r>
              <a:rPr lang="en-US" noProof="0" dirty="0"/>
              <a:t>ADD A FOOTER</a:t>
            </a:r>
          </a:p>
        </p:txBody>
      </p:sp>
      <p:sp>
        <p:nvSpPr>
          <p:cNvPr id="7" name="Oval 6">
            <a:extLst>
              <a:ext uri="{FF2B5EF4-FFF2-40B4-BE49-F238E27FC236}">
                <a16:creationId xmlns:a16="http://schemas.microsoft.com/office/drawing/2014/main" id="{95BAC97E-3C4E-4D04-8A57-DC61E07CB8FD}"/>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3" name="Rectangle 12">
            <a:extLst>
              <a:ext uri="{FF2B5EF4-FFF2-40B4-BE49-F238E27FC236}">
                <a16:creationId xmlns:a16="http://schemas.microsoft.com/office/drawing/2014/main" id="{E7822F33-D675-4E6C-BD09-D9C78365BB41}"/>
              </a:ext>
              <a:ext uri="{C183D7F6-B498-43B3-948B-1728B52AA6E4}">
                <adec:decorative xmlns:adec="http://schemas.microsoft.com/office/drawing/2017/decorative" val="1"/>
              </a:ext>
            </a:extLst>
          </p:cNvPr>
          <p:cNvSpPr/>
          <p:nvPr userDrawn="1"/>
        </p:nvSpPr>
        <p:spPr>
          <a:xfrm>
            <a:off x="915026" y="2105709"/>
            <a:ext cx="3749040"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11" name="Title 1">
            <a:extLst>
              <a:ext uri="{FF2B5EF4-FFF2-40B4-BE49-F238E27FC236}">
                <a16:creationId xmlns:a16="http://schemas.microsoft.com/office/drawing/2014/main" id="{B1C3E675-6E45-4A81-AEA3-D36388222894}"/>
              </a:ext>
            </a:extLst>
          </p:cNvPr>
          <p:cNvSpPr>
            <a:spLocks noGrp="1"/>
          </p:cNvSpPr>
          <p:nvPr>
            <p:ph type="title"/>
          </p:nvPr>
        </p:nvSpPr>
        <p:spPr>
          <a:xfrm>
            <a:off x="839788" y="457200"/>
            <a:ext cx="3932237" cy="1600200"/>
          </a:xfrm>
        </p:spPr>
        <p:txBody>
          <a:bodyPr anchor="b"/>
          <a:lstStyle>
            <a:lvl1pPr>
              <a:defRPr sz="3200">
                <a:solidFill>
                  <a:schemeClr val="bg1"/>
                </a:solidFill>
              </a:defRPr>
            </a:lvl1pPr>
          </a:lstStyle>
          <a:p>
            <a:r>
              <a:rPr lang="en-US" noProof="0"/>
              <a:t>Click to edit Master title style</a:t>
            </a:r>
          </a:p>
        </p:txBody>
      </p:sp>
      <p:sp>
        <p:nvSpPr>
          <p:cNvPr id="12" name="Text Placeholder 3">
            <a:extLst>
              <a:ext uri="{FF2B5EF4-FFF2-40B4-BE49-F238E27FC236}">
                <a16:creationId xmlns:a16="http://schemas.microsoft.com/office/drawing/2014/main" id="{1E4B599D-7641-40C1-8DAE-110A36403CFF}"/>
              </a:ext>
            </a:extLst>
          </p:cNvPr>
          <p:cNvSpPr>
            <a:spLocks noGrp="1"/>
          </p:cNvSpPr>
          <p:nvPr>
            <p:ph type="body" sz="half" idx="2" hasCustomPrompt="1"/>
          </p:nvPr>
        </p:nvSpPr>
        <p:spPr>
          <a:xfrm>
            <a:off x="839788" y="2177592"/>
            <a:ext cx="3932237" cy="3691396"/>
          </a:xfrm>
        </p:spPr>
        <p:txBody>
          <a:bodyPr/>
          <a:lstStyle>
            <a:lvl1pPr marL="0" indent="0">
              <a:buNone/>
              <a:defRPr sz="160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Edit Master text styles</a:t>
            </a:r>
          </a:p>
        </p:txBody>
      </p:sp>
      <p:sp>
        <p:nvSpPr>
          <p:cNvPr id="15" name="Picture Placeholder 2">
            <a:extLst>
              <a:ext uri="{FF2B5EF4-FFF2-40B4-BE49-F238E27FC236}">
                <a16:creationId xmlns:a16="http://schemas.microsoft.com/office/drawing/2014/main" id="{1B69B4CE-EB2F-46CF-9A80-64E44E5E95AC}"/>
              </a:ext>
            </a:extLst>
          </p:cNvPr>
          <p:cNvSpPr>
            <a:spLocks noGrp="1"/>
          </p:cNvSpPr>
          <p:nvPr>
            <p:ph type="pic" idx="1"/>
          </p:nvPr>
        </p:nvSpPr>
        <p:spPr>
          <a:xfrm>
            <a:off x="5183188" y="457201"/>
            <a:ext cx="6172200" cy="5403850"/>
          </a:xfrm>
        </p:spPr>
        <p:txBody>
          <a:bodyPr anchor="ct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Tree>
    <p:extLst>
      <p:ext uri="{BB962C8B-B14F-4D97-AF65-F5344CB8AC3E}">
        <p14:creationId xmlns:p14="http://schemas.microsoft.com/office/powerpoint/2010/main" val="3698307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Rectangle 6" descr="Unpaved road lined with trees, mountain side drive">
            <a:extLst>
              <a:ext uri="{FF2B5EF4-FFF2-40B4-BE49-F238E27FC236}">
                <a16:creationId xmlns:a16="http://schemas.microsoft.com/office/drawing/2014/main" id="{EC40FB52-44A8-43D1-8B33-F4E55A83AC38}"/>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164ACA68-1C2C-4C4D-9CB4-1C8BF3E03F57}"/>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80000"/>
                </a:schemeClr>
              </a:gs>
              <a:gs pos="99000">
                <a:schemeClr val="accent3">
                  <a:alpha val="80000"/>
                </a:schemeClr>
              </a:gs>
            </a:gsLst>
            <a:lin ang="0" scaled="1"/>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D8A140A0-8435-451E-9A8E-9C33B97E1B11}"/>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3BDD90A-F598-4982-8244-00A2189F77BD}"/>
              </a:ext>
            </a:extLst>
          </p:cNvPr>
          <p:cNvSpPr>
            <a:spLocks noGrp="1"/>
          </p:cNvSpPr>
          <p:nvPr>
            <p:ph type="ftr" sz="quarter" idx="12"/>
          </p:nvPr>
        </p:nvSpPr>
        <p:spPr/>
        <p:txBody>
          <a:bodyPr/>
          <a:lstStyle/>
          <a:p>
            <a:r>
              <a:rPr lang="en-US" noProof="0" dirty="0"/>
              <a:t>ADD A FOOTER</a:t>
            </a:r>
          </a:p>
        </p:txBody>
      </p:sp>
      <p:sp>
        <p:nvSpPr>
          <p:cNvPr id="15" name="Oval 14">
            <a:extLst>
              <a:ext uri="{FF2B5EF4-FFF2-40B4-BE49-F238E27FC236}">
                <a16:creationId xmlns:a16="http://schemas.microsoft.com/office/drawing/2014/main" id="{B6E88236-C248-4008-9619-75BCE6D3401C}"/>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
        <p:nvSpPr>
          <p:cNvPr id="18" name="Rectangle 17">
            <a:extLst>
              <a:ext uri="{FF2B5EF4-FFF2-40B4-BE49-F238E27FC236}">
                <a16:creationId xmlns:a16="http://schemas.microsoft.com/office/drawing/2014/main" id="{2D3F74C5-9ADD-4AE3-BCA5-88726CC2A1A3}"/>
              </a:ext>
              <a:ext uri="{C183D7F6-B498-43B3-948B-1728B52AA6E4}">
                <adec:decorative xmlns:adec="http://schemas.microsoft.com/office/drawing/2017/decorative" val="1"/>
              </a:ext>
            </a:extLst>
          </p:cNvPr>
          <p:cNvSpPr/>
          <p:nvPr userDrawn="1"/>
        </p:nvSpPr>
        <p:spPr>
          <a:xfrm>
            <a:off x="4312920" y="1667974"/>
            <a:ext cx="3566160"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2" name="Title 1">
            <a:extLst>
              <a:ext uri="{FF2B5EF4-FFF2-40B4-BE49-F238E27FC236}">
                <a16:creationId xmlns:a16="http://schemas.microsoft.com/office/drawing/2014/main" id="{FF2B3756-19E0-4B2F-B1D5-7664E0B38BE1}"/>
              </a:ext>
            </a:extLst>
          </p:cNvPr>
          <p:cNvSpPr>
            <a:spLocks noGrp="1"/>
          </p:cNvSpPr>
          <p:nvPr>
            <p:ph type="title"/>
          </p:nvPr>
        </p:nvSpPr>
        <p:spPr/>
        <p:txBody>
          <a:bodyPr/>
          <a:lstStyle>
            <a:lvl1pPr algn="ctr">
              <a:defRPr>
                <a:solidFill>
                  <a:schemeClr val="bg1"/>
                </a:solidFill>
              </a:defRPr>
            </a:lvl1pPr>
          </a:lstStyle>
          <a:p>
            <a:r>
              <a:rPr lang="en-US" noProof="0"/>
              <a:t>Click to edit Master title style</a:t>
            </a:r>
          </a:p>
        </p:txBody>
      </p:sp>
    </p:spTree>
    <p:extLst>
      <p:ext uri="{BB962C8B-B14F-4D97-AF65-F5344CB8AC3E}">
        <p14:creationId xmlns:p14="http://schemas.microsoft.com/office/powerpoint/2010/main" val="24183200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Rectangle 6" descr="Unpaved road lined with trees, mountain side drive">
            <a:extLst>
              <a:ext uri="{FF2B5EF4-FFF2-40B4-BE49-F238E27FC236}">
                <a16:creationId xmlns:a16="http://schemas.microsoft.com/office/drawing/2014/main" id="{EC40FB52-44A8-43D1-8B33-F4E55A83AC38}"/>
              </a:ext>
            </a:extLst>
          </p:cNvPr>
          <p:cNvSpPr/>
          <p:nvPr userDrawn="1"/>
        </p:nvSpPr>
        <p:spPr>
          <a:xfrm>
            <a:off x="129540" y="128016"/>
            <a:ext cx="11932920" cy="6601968"/>
          </a:xfrm>
          <a:prstGeom prst="rect">
            <a:avLst/>
          </a:prstGeom>
          <a:blipFill>
            <a:blip r:embed="rId2"/>
            <a:srcRect/>
            <a:stretch>
              <a:fillRect l="-17" r="-17"/>
            </a:stretch>
          </a:blipFill>
          <a:ln w="12700" cap="flat">
            <a:noFill/>
            <a:prstDash val="solid"/>
            <a:miter/>
          </a:ln>
        </p:spPr>
        <p:txBody>
          <a:bodyPr rtlCol="0" anchor="ctr"/>
          <a:lstStyle/>
          <a:p>
            <a:pPr algn="l"/>
            <a:endParaRPr lang="en-US" noProof="0" dirty="0"/>
          </a:p>
        </p:txBody>
      </p:sp>
      <p:sp>
        <p:nvSpPr>
          <p:cNvPr id="6" name="Rectangle 5">
            <a:extLst>
              <a:ext uri="{FF2B5EF4-FFF2-40B4-BE49-F238E27FC236}">
                <a16:creationId xmlns:a16="http://schemas.microsoft.com/office/drawing/2014/main" id="{164ACA68-1C2C-4C4D-9CB4-1C8BF3E03F57}"/>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alpha val="80000"/>
                </a:schemeClr>
              </a:gs>
              <a:gs pos="99000">
                <a:schemeClr val="accent3">
                  <a:alpha val="80000"/>
                </a:schemeClr>
              </a:gs>
            </a:gsLst>
            <a:lin ang="0" scaled="1"/>
            <a:tileRect/>
          </a:gradFill>
          <a:ln w="12700" cap="flat">
            <a:noFill/>
            <a:prstDash val="solid"/>
            <a:miter/>
          </a:ln>
        </p:spPr>
        <p:txBody>
          <a:bodyPr rtlCol="0" anchor="ctr"/>
          <a:lstStyle/>
          <a:p>
            <a:pPr algn="l"/>
            <a:endParaRPr lang="en-US" noProof="0"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en-US" noProof="0" smtClean="0"/>
              <a:pPr/>
              <a:t>‹#›</a:t>
            </a:fld>
            <a:endParaRPr lang="en-US" noProof="0" dirty="0"/>
          </a:p>
        </p:txBody>
      </p:sp>
      <p:sp>
        <p:nvSpPr>
          <p:cNvPr id="4" name="Date Placeholder 3">
            <a:extLst>
              <a:ext uri="{FF2B5EF4-FFF2-40B4-BE49-F238E27FC236}">
                <a16:creationId xmlns:a16="http://schemas.microsoft.com/office/drawing/2014/main" id="{D8A140A0-8435-451E-9A8E-9C33B97E1B11}"/>
              </a:ext>
            </a:extLst>
          </p:cNvPr>
          <p:cNvSpPr>
            <a:spLocks noGrp="1"/>
          </p:cNvSpPr>
          <p:nvPr>
            <p:ph type="dt" sz="half" idx="11"/>
          </p:nvPr>
        </p:nvSpPr>
        <p:spPr/>
        <p:txBody>
          <a:bodyPr/>
          <a:lstStyle/>
          <a:p>
            <a:r>
              <a:rPr lang="en-US" noProof="0" dirty="0"/>
              <a:t>MM.DD.20XX</a:t>
            </a:r>
          </a:p>
        </p:txBody>
      </p:sp>
      <p:sp>
        <p:nvSpPr>
          <p:cNvPr id="5" name="Footer Placeholder 4">
            <a:extLst>
              <a:ext uri="{FF2B5EF4-FFF2-40B4-BE49-F238E27FC236}">
                <a16:creationId xmlns:a16="http://schemas.microsoft.com/office/drawing/2014/main" id="{93BDD90A-F598-4982-8244-00A2189F77BD}"/>
              </a:ext>
            </a:extLst>
          </p:cNvPr>
          <p:cNvSpPr>
            <a:spLocks noGrp="1"/>
          </p:cNvSpPr>
          <p:nvPr>
            <p:ph type="ftr" sz="quarter" idx="12"/>
          </p:nvPr>
        </p:nvSpPr>
        <p:spPr/>
        <p:txBody>
          <a:bodyPr/>
          <a:lstStyle/>
          <a:p>
            <a:r>
              <a:rPr lang="en-US" noProof="0" dirty="0"/>
              <a:t>ADD A FOOTER</a:t>
            </a:r>
          </a:p>
        </p:txBody>
      </p:sp>
      <p:sp>
        <p:nvSpPr>
          <p:cNvPr id="15" name="Oval 14">
            <a:extLst>
              <a:ext uri="{FF2B5EF4-FFF2-40B4-BE49-F238E27FC236}">
                <a16:creationId xmlns:a16="http://schemas.microsoft.com/office/drawing/2014/main" id="{B6E88236-C248-4008-9619-75BCE6D3401C}"/>
              </a:ext>
              <a:ext uri="{C183D7F6-B498-43B3-948B-1728B52AA6E4}">
                <adec:decorative xmlns:adec="http://schemas.microsoft.com/office/drawing/2017/decorative" val="1"/>
              </a:ext>
            </a:extLst>
          </p:cNvPr>
          <p:cNvSpPr/>
          <p:nvPr userDrawn="1"/>
        </p:nvSpPr>
        <p:spPr>
          <a:xfrm>
            <a:off x="5908548" y="6114045"/>
            <a:ext cx="374904" cy="374904"/>
          </a:xfrm>
          <a:prstGeom prst="ellipse">
            <a:avLst/>
          </a:prstGeom>
          <a:noFill/>
          <a:ln w="12700" cap="flat">
            <a:solidFill>
              <a:schemeClr val="bg2"/>
            </a:solidFill>
            <a:prstDash val="solid"/>
            <a:miter/>
          </a:ln>
        </p:spPr>
        <p:txBody>
          <a:bodyPr rtlCol="0" anchor="ctr"/>
          <a:lstStyle/>
          <a:p>
            <a:pPr algn="l"/>
            <a:endParaRPr lang="en-US" noProof="0" dirty="0"/>
          </a:p>
        </p:txBody>
      </p:sp>
    </p:spTree>
    <p:extLst>
      <p:ext uri="{BB962C8B-B14F-4D97-AF65-F5344CB8AC3E}">
        <p14:creationId xmlns:p14="http://schemas.microsoft.com/office/powerpoint/2010/main" val="2626306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anual">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64ACA68-1C2C-4C4D-9CB4-1C8BF3E03F57}"/>
              </a:ext>
              <a:ext uri="{C183D7F6-B498-43B3-948B-1728B52AA6E4}">
                <adec:decorative xmlns:adec="http://schemas.microsoft.com/office/drawing/2017/decorative" val="1"/>
              </a:ext>
            </a:extLst>
          </p:cNvPr>
          <p:cNvSpPr/>
          <p:nvPr userDrawn="1"/>
        </p:nvSpPr>
        <p:spPr>
          <a:xfrm>
            <a:off x="129540" y="128016"/>
            <a:ext cx="11932920" cy="6601968"/>
          </a:xfrm>
          <a:prstGeom prst="rect">
            <a:avLst/>
          </a:prstGeom>
          <a:gradFill flip="none" rotWithShape="1">
            <a:gsLst>
              <a:gs pos="0">
                <a:schemeClr val="accent2"/>
              </a:gs>
              <a:gs pos="100000">
                <a:schemeClr val="accent3"/>
              </a:gs>
            </a:gsLst>
            <a:lin ang="0" scaled="1"/>
            <a:tileRect/>
          </a:gradFill>
          <a:ln w="12700" cap="flat">
            <a:noFill/>
            <a:prstDash val="solid"/>
            <a:miter/>
          </a:ln>
        </p:spPr>
        <p:txBody>
          <a:bodyPr rtlCol="0" anchor="ctr"/>
          <a:lstStyle/>
          <a:p>
            <a:pPr algn="l"/>
            <a:endParaRPr lang="en-US" noProof="0" dirty="0"/>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838200" y="557629"/>
            <a:ext cx="10515600" cy="1325563"/>
          </a:xfrm>
        </p:spPr>
        <p:txBody>
          <a:bodyPr lIns="0" rIns="0"/>
          <a:lstStyle>
            <a:lvl1pPr algn="ctr">
              <a:defRPr>
                <a:solidFill>
                  <a:schemeClr val="bg1"/>
                </a:solidFill>
              </a:defRPr>
            </a:lvl1pPr>
          </a:lstStyle>
          <a:p>
            <a:r>
              <a:rPr lang="en-US" noProof="0"/>
              <a:t>HOW TO USE THIS TEMPLATE</a:t>
            </a:r>
          </a:p>
        </p:txBody>
      </p:sp>
      <p:sp>
        <p:nvSpPr>
          <p:cNvPr id="18" name="Rectangle 17">
            <a:extLst>
              <a:ext uri="{FF2B5EF4-FFF2-40B4-BE49-F238E27FC236}">
                <a16:creationId xmlns:a16="http://schemas.microsoft.com/office/drawing/2014/main" id="{2D3F74C5-9ADD-4AE3-BCA5-88726CC2A1A3}"/>
              </a:ext>
              <a:ext uri="{C183D7F6-B498-43B3-948B-1728B52AA6E4}">
                <adec:decorative xmlns:adec="http://schemas.microsoft.com/office/drawing/2017/decorative" val="1"/>
              </a:ext>
            </a:extLst>
          </p:cNvPr>
          <p:cNvSpPr/>
          <p:nvPr userDrawn="1"/>
        </p:nvSpPr>
        <p:spPr>
          <a:xfrm>
            <a:off x="2017776" y="1667974"/>
            <a:ext cx="8156448" cy="36576"/>
          </a:xfrm>
          <a:prstGeom prst="rect">
            <a:avLst/>
          </a:prstGeom>
          <a:solidFill>
            <a:schemeClr val="bg2"/>
          </a:solidFill>
          <a:ln w="12700" cap="flat">
            <a:noFill/>
            <a:prstDash val="solid"/>
            <a:miter/>
          </a:ln>
        </p:spPr>
        <p:txBody>
          <a:bodyPr rtlCol="0" anchor="ctr"/>
          <a:lstStyle/>
          <a:p>
            <a:pPr algn="l"/>
            <a:endParaRPr lang="en-US" noProof="0" dirty="0"/>
          </a:p>
        </p:txBody>
      </p:sp>
      <p:sp>
        <p:nvSpPr>
          <p:cNvPr id="31" name="Text Placeholder 21">
            <a:extLst>
              <a:ext uri="{FF2B5EF4-FFF2-40B4-BE49-F238E27FC236}">
                <a16:creationId xmlns:a16="http://schemas.microsoft.com/office/drawing/2014/main" id="{10000CCD-6AFF-4E65-8858-5502306E5811}"/>
              </a:ext>
            </a:extLst>
          </p:cNvPr>
          <p:cNvSpPr>
            <a:spLocks noGrp="1"/>
          </p:cNvSpPr>
          <p:nvPr>
            <p:ph type="body" sz="quarter" idx="13" hasCustomPrompt="1"/>
          </p:nvPr>
        </p:nvSpPr>
        <p:spPr>
          <a:xfrm>
            <a:off x="855578" y="1960171"/>
            <a:ext cx="882686" cy="1092200"/>
          </a:xfrm>
        </p:spPr>
        <p:txBody>
          <a:bodyPr lIns="0" tIns="0" rIns="0" bIns="0">
            <a:noAutofit/>
          </a:bodyPr>
          <a:lstStyle>
            <a:lvl1pPr marL="0" indent="0">
              <a:buNone/>
              <a:defRPr sz="8000" b="1">
                <a:solidFill>
                  <a:schemeClr val="bg2"/>
                </a:solidFill>
                <a:latin typeface="+mj-lt"/>
              </a:defRPr>
            </a:lvl1pPr>
          </a:lstStyle>
          <a:p>
            <a:pPr lvl="0"/>
            <a:r>
              <a:rPr lang="en-US" noProof="0"/>
              <a:t>1</a:t>
            </a:r>
          </a:p>
        </p:txBody>
      </p:sp>
      <p:sp>
        <p:nvSpPr>
          <p:cNvPr id="32" name="Text Placeholder 24">
            <a:extLst>
              <a:ext uri="{FF2B5EF4-FFF2-40B4-BE49-F238E27FC236}">
                <a16:creationId xmlns:a16="http://schemas.microsoft.com/office/drawing/2014/main" id="{D5D777E5-98F6-416A-8D23-3399269D85CB}"/>
              </a:ext>
            </a:extLst>
          </p:cNvPr>
          <p:cNvSpPr>
            <a:spLocks noGrp="1"/>
          </p:cNvSpPr>
          <p:nvPr>
            <p:ph type="body" sz="quarter" idx="14" hasCustomPrompt="1"/>
          </p:nvPr>
        </p:nvSpPr>
        <p:spPr>
          <a:xfrm>
            <a:off x="1442535" y="1984171"/>
            <a:ext cx="3103110" cy="1032355"/>
          </a:xfrm>
        </p:spPr>
        <p:txBody>
          <a:bodyPr>
            <a:noAutofit/>
          </a:bodyPr>
          <a:lstStyle>
            <a:lvl1pPr marL="0" indent="0">
              <a:lnSpc>
                <a:spcPct val="100000"/>
              </a:lnSpc>
              <a:spcBef>
                <a:spcPts val="600"/>
              </a:spcBef>
              <a:buNone/>
              <a:defRPr sz="3000" b="0">
                <a:solidFill>
                  <a:schemeClr val="bg1"/>
                </a:solidFill>
                <a:latin typeface="+mj-lt"/>
              </a:defRPr>
            </a:lvl1pPr>
          </a:lstStyle>
          <a:p>
            <a:pPr lvl="0"/>
            <a:r>
              <a:rPr lang="en-US" noProof="0"/>
              <a:t>Edit Master text styles</a:t>
            </a:r>
          </a:p>
        </p:txBody>
      </p:sp>
      <p:sp>
        <p:nvSpPr>
          <p:cNvPr id="33" name="Text Placeholder 21">
            <a:extLst>
              <a:ext uri="{FF2B5EF4-FFF2-40B4-BE49-F238E27FC236}">
                <a16:creationId xmlns:a16="http://schemas.microsoft.com/office/drawing/2014/main" id="{C979BADF-99B5-4C91-AAE5-FC2C4DBEDE20}"/>
              </a:ext>
            </a:extLst>
          </p:cNvPr>
          <p:cNvSpPr>
            <a:spLocks noGrp="1"/>
          </p:cNvSpPr>
          <p:nvPr>
            <p:ph type="body" sz="quarter" idx="15" hasCustomPrompt="1"/>
          </p:nvPr>
        </p:nvSpPr>
        <p:spPr>
          <a:xfrm>
            <a:off x="4820642" y="1960171"/>
            <a:ext cx="882686" cy="1092200"/>
          </a:xfrm>
        </p:spPr>
        <p:txBody>
          <a:bodyPr lIns="0" tIns="0" rIns="0" bIns="0">
            <a:noAutofit/>
          </a:bodyPr>
          <a:lstStyle>
            <a:lvl1pPr marL="0" indent="0">
              <a:buNone/>
              <a:defRPr sz="8000" b="1">
                <a:solidFill>
                  <a:schemeClr val="bg2"/>
                </a:solidFill>
                <a:latin typeface="+mj-lt"/>
              </a:defRPr>
            </a:lvl1pPr>
          </a:lstStyle>
          <a:p>
            <a:pPr lvl="0"/>
            <a:r>
              <a:rPr lang="en-US" noProof="0"/>
              <a:t>2</a:t>
            </a:r>
          </a:p>
        </p:txBody>
      </p:sp>
      <p:sp>
        <p:nvSpPr>
          <p:cNvPr id="34" name="Text Placeholder 24">
            <a:extLst>
              <a:ext uri="{FF2B5EF4-FFF2-40B4-BE49-F238E27FC236}">
                <a16:creationId xmlns:a16="http://schemas.microsoft.com/office/drawing/2014/main" id="{6706F6A2-1599-4D73-9288-3ECEACDDCAEA}"/>
              </a:ext>
            </a:extLst>
          </p:cNvPr>
          <p:cNvSpPr>
            <a:spLocks noGrp="1"/>
          </p:cNvSpPr>
          <p:nvPr>
            <p:ph type="body" sz="quarter" idx="16" hasCustomPrompt="1"/>
          </p:nvPr>
        </p:nvSpPr>
        <p:spPr>
          <a:xfrm>
            <a:off x="5477939" y="1984171"/>
            <a:ext cx="2243918" cy="1032355"/>
          </a:xfrm>
        </p:spPr>
        <p:txBody>
          <a:bodyPr>
            <a:noAutofit/>
          </a:bodyPr>
          <a:lstStyle>
            <a:lvl1pPr marL="0" indent="0">
              <a:lnSpc>
                <a:spcPct val="100000"/>
              </a:lnSpc>
              <a:spcBef>
                <a:spcPts val="600"/>
              </a:spcBef>
              <a:buNone/>
              <a:defRPr sz="3000" b="0">
                <a:solidFill>
                  <a:schemeClr val="bg1"/>
                </a:solidFill>
                <a:latin typeface="+mj-lt"/>
              </a:defRPr>
            </a:lvl1pPr>
          </a:lstStyle>
          <a:p>
            <a:pPr lvl="0"/>
            <a:r>
              <a:rPr lang="en-US" noProof="0"/>
              <a:t>Edit Master text styles</a:t>
            </a:r>
          </a:p>
        </p:txBody>
      </p:sp>
      <p:sp>
        <p:nvSpPr>
          <p:cNvPr id="35" name="Text Placeholder 21">
            <a:extLst>
              <a:ext uri="{FF2B5EF4-FFF2-40B4-BE49-F238E27FC236}">
                <a16:creationId xmlns:a16="http://schemas.microsoft.com/office/drawing/2014/main" id="{BAE5E245-1702-4722-895D-0808BB0A868A}"/>
              </a:ext>
            </a:extLst>
          </p:cNvPr>
          <p:cNvSpPr>
            <a:spLocks noGrp="1"/>
          </p:cNvSpPr>
          <p:nvPr>
            <p:ph type="body" sz="quarter" idx="17" hasCustomPrompt="1"/>
          </p:nvPr>
        </p:nvSpPr>
        <p:spPr>
          <a:xfrm>
            <a:off x="7906755" y="1977950"/>
            <a:ext cx="882686" cy="1092200"/>
          </a:xfrm>
        </p:spPr>
        <p:txBody>
          <a:bodyPr lIns="0" tIns="0" rIns="0" bIns="0">
            <a:noAutofit/>
          </a:bodyPr>
          <a:lstStyle>
            <a:lvl1pPr marL="0" indent="0">
              <a:buNone/>
              <a:defRPr sz="8000" b="1">
                <a:solidFill>
                  <a:schemeClr val="bg2"/>
                </a:solidFill>
                <a:latin typeface="+mj-lt"/>
              </a:defRPr>
            </a:lvl1pPr>
          </a:lstStyle>
          <a:p>
            <a:pPr lvl="0"/>
            <a:r>
              <a:rPr lang="en-US" noProof="0"/>
              <a:t>3</a:t>
            </a:r>
          </a:p>
        </p:txBody>
      </p:sp>
      <p:sp>
        <p:nvSpPr>
          <p:cNvPr id="36" name="Text Placeholder 24">
            <a:extLst>
              <a:ext uri="{FF2B5EF4-FFF2-40B4-BE49-F238E27FC236}">
                <a16:creationId xmlns:a16="http://schemas.microsoft.com/office/drawing/2014/main" id="{3701E665-3CED-413C-BAC6-CE003B1494EA}"/>
              </a:ext>
            </a:extLst>
          </p:cNvPr>
          <p:cNvSpPr>
            <a:spLocks noGrp="1"/>
          </p:cNvSpPr>
          <p:nvPr>
            <p:ph type="body" sz="quarter" idx="18" hasCustomPrompt="1"/>
          </p:nvPr>
        </p:nvSpPr>
        <p:spPr>
          <a:xfrm>
            <a:off x="8564052" y="2001950"/>
            <a:ext cx="2959116" cy="1032355"/>
          </a:xfrm>
        </p:spPr>
        <p:txBody>
          <a:bodyPr>
            <a:noAutofit/>
          </a:bodyPr>
          <a:lstStyle>
            <a:lvl1pPr marL="0" indent="0">
              <a:lnSpc>
                <a:spcPct val="100000"/>
              </a:lnSpc>
              <a:spcBef>
                <a:spcPts val="600"/>
              </a:spcBef>
              <a:buNone/>
              <a:defRPr sz="3000" b="0">
                <a:solidFill>
                  <a:schemeClr val="bg1"/>
                </a:solidFill>
                <a:latin typeface="+mj-lt"/>
              </a:defRPr>
            </a:lvl1pPr>
          </a:lstStyle>
          <a:p>
            <a:pPr lvl="0"/>
            <a:r>
              <a:rPr lang="en-US" noProof="0"/>
              <a:t>Edit Master text styles</a:t>
            </a:r>
          </a:p>
        </p:txBody>
      </p:sp>
      <p:sp>
        <p:nvSpPr>
          <p:cNvPr id="37" name="Text Placeholder 24">
            <a:extLst>
              <a:ext uri="{FF2B5EF4-FFF2-40B4-BE49-F238E27FC236}">
                <a16:creationId xmlns:a16="http://schemas.microsoft.com/office/drawing/2014/main" id="{E01406B4-D44B-4D1E-91F3-D87541EAD4CE}"/>
              </a:ext>
            </a:extLst>
          </p:cNvPr>
          <p:cNvSpPr>
            <a:spLocks noGrp="1"/>
          </p:cNvSpPr>
          <p:nvPr>
            <p:ph type="body" sz="quarter" idx="19" hasCustomPrompt="1"/>
          </p:nvPr>
        </p:nvSpPr>
        <p:spPr>
          <a:xfrm>
            <a:off x="1020059" y="3103993"/>
            <a:ext cx="1698625" cy="800100"/>
          </a:xfrm>
        </p:spPr>
        <p:txBody>
          <a:bodyPr>
            <a:normAutofit/>
          </a:bodyPr>
          <a:lstStyle>
            <a:lvl1pPr marL="0" indent="0">
              <a:buNone/>
              <a:defRPr sz="1600" b="0">
                <a:solidFill>
                  <a:schemeClr val="bg1"/>
                </a:solidFill>
                <a:latin typeface="+mn-lt"/>
              </a:defRPr>
            </a:lvl1pPr>
          </a:lstStyle>
          <a:p>
            <a:pPr lvl="0"/>
            <a:r>
              <a:rPr lang="en-US" noProof="0"/>
              <a:t>Edit Master text styles</a:t>
            </a:r>
          </a:p>
        </p:txBody>
      </p:sp>
      <p:sp>
        <p:nvSpPr>
          <p:cNvPr id="38" name="Text Placeholder 24">
            <a:extLst>
              <a:ext uri="{FF2B5EF4-FFF2-40B4-BE49-F238E27FC236}">
                <a16:creationId xmlns:a16="http://schemas.microsoft.com/office/drawing/2014/main" id="{9AAD5CF9-9A59-4C5F-8C29-B92AD6012119}"/>
              </a:ext>
            </a:extLst>
          </p:cNvPr>
          <p:cNvSpPr>
            <a:spLocks noGrp="1"/>
          </p:cNvSpPr>
          <p:nvPr>
            <p:ph type="body" sz="quarter" idx="20" hasCustomPrompt="1"/>
          </p:nvPr>
        </p:nvSpPr>
        <p:spPr>
          <a:xfrm>
            <a:off x="2718684" y="3103993"/>
            <a:ext cx="1698625" cy="800100"/>
          </a:xfrm>
        </p:spPr>
        <p:txBody>
          <a:bodyPr>
            <a:normAutofit/>
          </a:bodyPr>
          <a:lstStyle>
            <a:lvl1pPr marL="0" indent="0">
              <a:buNone/>
              <a:defRPr sz="1600" b="0">
                <a:solidFill>
                  <a:schemeClr val="bg1"/>
                </a:solidFill>
                <a:latin typeface="+mn-lt"/>
              </a:defRPr>
            </a:lvl1pPr>
          </a:lstStyle>
          <a:p>
            <a:pPr lvl="0"/>
            <a:r>
              <a:rPr lang="en-US" noProof="0"/>
              <a:t>Edit Master text styles</a:t>
            </a:r>
          </a:p>
        </p:txBody>
      </p:sp>
      <p:sp>
        <p:nvSpPr>
          <p:cNvPr id="39" name="Text Placeholder 24">
            <a:extLst>
              <a:ext uri="{FF2B5EF4-FFF2-40B4-BE49-F238E27FC236}">
                <a16:creationId xmlns:a16="http://schemas.microsoft.com/office/drawing/2014/main" id="{C6725172-65CC-4645-B23F-E77886468F31}"/>
              </a:ext>
            </a:extLst>
          </p:cNvPr>
          <p:cNvSpPr>
            <a:spLocks noGrp="1"/>
          </p:cNvSpPr>
          <p:nvPr>
            <p:ph type="body" sz="quarter" idx="21" hasCustomPrompt="1"/>
          </p:nvPr>
        </p:nvSpPr>
        <p:spPr>
          <a:xfrm>
            <a:off x="4794793" y="3103993"/>
            <a:ext cx="2599197" cy="800100"/>
          </a:xfrm>
        </p:spPr>
        <p:txBody>
          <a:bodyPr>
            <a:normAutofit/>
          </a:bodyPr>
          <a:lstStyle>
            <a:lvl1pPr marL="0" indent="0">
              <a:buNone/>
              <a:defRPr sz="1600" b="0">
                <a:solidFill>
                  <a:schemeClr val="bg1"/>
                </a:solidFill>
                <a:latin typeface="+mn-lt"/>
              </a:defRPr>
            </a:lvl1pPr>
          </a:lstStyle>
          <a:p>
            <a:pPr lvl="0"/>
            <a:r>
              <a:rPr lang="en-US" noProof="0"/>
              <a:t>Edit Master text styles</a:t>
            </a:r>
          </a:p>
        </p:txBody>
      </p:sp>
      <p:sp>
        <p:nvSpPr>
          <p:cNvPr id="40" name="Text Placeholder 24">
            <a:extLst>
              <a:ext uri="{FF2B5EF4-FFF2-40B4-BE49-F238E27FC236}">
                <a16:creationId xmlns:a16="http://schemas.microsoft.com/office/drawing/2014/main" id="{0EA5E6CA-5C78-4B75-BA22-59750E7D4501}"/>
              </a:ext>
            </a:extLst>
          </p:cNvPr>
          <p:cNvSpPr>
            <a:spLocks noGrp="1"/>
          </p:cNvSpPr>
          <p:nvPr>
            <p:ph type="body" sz="quarter" idx="22" hasCustomPrompt="1"/>
          </p:nvPr>
        </p:nvSpPr>
        <p:spPr>
          <a:xfrm>
            <a:off x="7876955" y="3102450"/>
            <a:ext cx="3726423" cy="800100"/>
          </a:xfrm>
        </p:spPr>
        <p:txBody>
          <a:bodyPr>
            <a:normAutofit/>
          </a:bodyPr>
          <a:lstStyle>
            <a:lvl1pPr marL="0" indent="0">
              <a:buNone/>
              <a:defRPr sz="1600" b="0">
                <a:solidFill>
                  <a:schemeClr val="bg1"/>
                </a:solidFill>
                <a:latin typeface="+mn-lt"/>
              </a:defRPr>
            </a:lvl1pPr>
          </a:lstStyle>
          <a:p>
            <a:pPr lvl="0"/>
            <a:r>
              <a:rPr lang="en-US" noProof="0"/>
              <a:t>Edit Master text styles</a:t>
            </a:r>
          </a:p>
        </p:txBody>
      </p:sp>
      <p:sp>
        <p:nvSpPr>
          <p:cNvPr id="41" name="Text Placeholder 24">
            <a:extLst>
              <a:ext uri="{FF2B5EF4-FFF2-40B4-BE49-F238E27FC236}">
                <a16:creationId xmlns:a16="http://schemas.microsoft.com/office/drawing/2014/main" id="{E1C61752-F57C-4FBF-93F3-06F43CCA43C8}"/>
              </a:ext>
            </a:extLst>
          </p:cNvPr>
          <p:cNvSpPr>
            <a:spLocks noGrp="1"/>
          </p:cNvSpPr>
          <p:nvPr>
            <p:ph type="body" sz="quarter" idx="23" hasCustomPrompt="1"/>
          </p:nvPr>
        </p:nvSpPr>
        <p:spPr>
          <a:xfrm>
            <a:off x="1657040" y="5751926"/>
            <a:ext cx="8877920" cy="470478"/>
          </a:xfrm>
        </p:spPr>
        <p:txBody>
          <a:bodyPr>
            <a:normAutofit/>
          </a:bodyPr>
          <a:lstStyle>
            <a:lvl1pPr marL="0" indent="0" algn="ctr">
              <a:buNone/>
              <a:defRPr sz="1600" b="0">
                <a:solidFill>
                  <a:schemeClr val="accent4"/>
                </a:solidFill>
                <a:latin typeface="+mn-lt"/>
              </a:defRPr>
            </a:lvl1pPr>
          </a:lstStyle>
          <a:p>
            <a:pPr lvl="0"/>
            <a:r>
              <a:rPr lang="en-US" noProof="0"/>
              <a:t>Edit Master text styles</a:t>
            </a:r>
          </a:p>
        </p:txBody>
      </p:sp>
      <p:sp>
        <p:nvSpPr>
          <p:cNvPr id="42" name="Text Placeholder 24">
            <a:extLst>
              <a:ext uri="{FF2B5EF4-FFF2-40B4-BE49-F238E27FC236}">
                <a16:creationId xmlns:a16="http://schemas.microsoft.com/office/drawing/2014/main" id="{E0232175-FB97-4039-8136-B9DD27441C05}"/>
              </a:ext>
            </a:extLst>
          </p:cNvPr>
          <p:cNvSpPr>
            <a:spLocks noGrp="1"/>
          </p:cNvSpPr>
          <p:nvPr>
            <p:ph type="body" sz="quarter" idx="24" hasCustomPrompt="1"/>
          </p:nvPr>
        </p:nvSpPr>
        <p:spPr>
          <a:xfrm>
            <a:off x="4794791" y="5070254"/>
            <a:ext cx="2599199" cy="800100"/>
          </a:xfrm>
        </p:spPr>
        <p:txBody>
          <a:bodyPr>
            <a:normAutofit/>
          </a:bodyPr>
          <a:lstStyle>
            <a:lvl1pPr marL="0" indent="0">
              <a:buNone/>
              <a:defRPr sz="1600" b="0">
                <a:solidFill>
                  <a:schemeClr val="bg2"/>
                </a:solidFill>
                <a:latin typeface="+mn-lt"/>
              </a:defRPr>
            </a:lvl1pPr>
          </a:lstStyle>
          <a:p>
            <a:pPr lvl="0"/>
            <a:r>
              <a:rPr lang="en-US" noProof="0"/>
              <a:t>Edit Master text styles</a:t>
            </a:r>
          </a:p>
        </p:txBody>
      </p:sp>
      <p:sp>
        <p:nvSpPr>
          <p:cNvPr id="43" name="Text Placeholder 24">
            <a:extLst>
              <a:ext uri="{FF2B5EF4-FFF2-40B4-BE49-F238E27FC236}">
                <a16:creationId xmlns:a16="http://schemas.microsoft.com/office/drawing/2014/main" id="{6E5262C3-0603-403F-AB36-FB4EB9FC7BCB}"/>
              </a:ext>
            </a:extLst>
          </p:cNvPr>
          <p:cNvSpPr>
            <a:spLocks noGrp="1"/>
          </p:cNvSpPr>
          <p:nvPr>
            <p:ph type="body" sz="quarter" idx="25" hasCustomPrompt="1"/>
          </p:nvPr>
        </p:nvSpPr>
        <p:spPr>
          <a:xfrm>
            <a:off x="7890713" y="5070254"/>
            <a:ext cx="3712665" cy="800100"/>
          </a:xfrm>
        </p:spPr>
        <p:txBody>
          <a:bodyPr>
            <a:normAutofit/>
          </a:bodyPr>
          <a:lstStyle>
            <a:lvl1pPr marL="0" indent="0">
              <a:buNone/>
              <a:defRPr sz="1600" b="0">
                <a:solidFill>
                  <a:schemeClr val="bg2"/>
                </a:solidFill>
                <a:latin typeface="+mn-lt"/>
              </a:defRPr>
            </a:lvl1pPr>
          </a:lstStyle>
          <a:p>
            <a:pPr lvl="0"/>
            <a:r>
              <a:rPr lang="en-US" noProof="0"/>
              <a:t>Edit Master text styles</a:t>
            </a:r>
          </a:p>
        </p:txBody>
      </p:sp>
      <p:sp>
        <p:nvSpPr>
          <p:cNvPr id="44" name="Picture Placeholder 12">
            <a:extLst>
              <a:ext uri="{FF2B5EF4-FFF2-40B4-BE49-F238E27FC236}">
                <a16:creationId xmlns:a16="http://schemas.microsoft.com/office/drawing/2014/main" id="{D2FBACFC-8B68-4A37-95A4-26BE5A23D759}"/>
              </a:ext>
            </a:extLst>
          </p:cNvPr>
          <p:cNvSpPr>
            <a:spLocks noGrp="1"/>
          </p:cNvSpPr>
          <p:nvPr>
            <p:ph type="pic" sz="quarter" idx="37"/>
          </p:nvPr>
        </p:nvSpPr>
        <p:spPr>
          <a:xfrm>
            <a:off x="1020058" y="3976866"/>
            <a:ext cx="3273552" cy="1618488"/>
          </a:xfrm>
        </p:spPr>
        <p:txBody>
          <a:bodyPr anchor="ctr" anchorCtr="0">
            <a:noAutofit/>
          </a:bodyPr>
          <a:lstStyle>
            <a:lvl1pPr marL="0" indent="0" algn="ctr">
              <a:buNone/>
              <a:defRPr sz="1400">
                <a:solidFill>
                  <a:schemeClr val="bg1"/>
                </a:solidFill>
              </a:defRPr>
            </a:lvl1pPr>
          </a:lstStyle>
          <a:p>
            <a:r>
              <a:rPr lang="en-US" noProof="0"/>
              <a:t>Click icon to add picture</a:t>
            </a:r>
            <a:endParaRPr lang="en-US" noProof="0" dirty="0"/>
          </a:p>
        </p:txBody>
      </p:sp>
      <p:sp>
        <p:nvSpPr>
          <p:cNvPr id="46" name="Picture Placeholder 12">
            <a:extLst>
              <a:ext uri="{FF2B5EF4-FFF2-40B4-BE49-F238E27FC236}">
                <a16:creationId xmlns:a16="http://schemas.microsoft.com/office/drawing/2014/main" id="{5A6A36C6-8489-4333-927A-141D8F98AE50}"/>
              </a:ext>
            </a:extLst>
          </p:cNvPr>
          <p:cNvSpPr>
            <a:spLocks noGrp="1"/>
          </p:cNvSpPr>
          <p:nvPr>
            <p:ph type="pic" sz="quarter" idx="43"/>
          </p:nvPr>
        </p:nvSpPr>
        <p:spPr>
          <a:xfrm>
            <a:off x="4794792" y="4041034"/>
            <a:ext cx="2599199" cy="896112"/>
          </a:xfrm>
        </p:spPr>
        <p:txBody>
          <a:bodyPr anchor="ctr" anchorCtr="0">
            <a:noAutofit/>
          </a:bodyPr>
          <a:lstStyle>
            <a:lvl1pPr marL="0" indent="0" algn="ctr">
              <a:buNone/>
              <a:defRPr sz="1400">
                <a:solidFill>
                  <a:schemeClr val="bg1"/>
                </a:solidFill>
              </a:defRPr>
            </a:lvl1pPr>
          </a:lstStyle>
          <a:p>
            <a:r>
              <a:rPr lang="en-US" noProof="0"/>
              <a:t>Click icon to add picture</a:t>
            </a:r>
            <a:endParaRPr lang="en-US" noProof="0" dirty="0"/>
          </a:p>
        </p:txBody>
      </p:sp>
      <p:sp>
        <p:nvSpPr>
          <p:cNvPr id="47" name="Picture Placeholder 9">
            <a:extLst>
              <a:ext uri="{FF2B5EF4-FFF2-40B4-BE49-F238E27FC236}">
                <a16:creationId xmlns:a16="http://schemas.microsoft.com/office/drawing/2014/main" id="{BB2DF986-C446-4302-9099-B1512AD5D8CA}"/>
              </a:ext>
            </a:extLst>
          </p:cNvPr>
          <p:cNvSpPr>
            <a:spLocks noGrp="1"/>
          </p:cNvSpPr>
          <p:nvPr>
            <p:ph type="pic" sz="quarter" idx="44"/>
          </p:nvPr>
        </p:nvSpPr>
        <p:spPr>
          <a:xfrm>
            <a:off x="7876955" y="4041034"/>
            <a:ext cx="2599200" cy="896400"/>
          </a:xfrm>
        </p:spPr>
        <p:txBody>
          <a:bodyPr anchor="ctr" anchorCtr="0">
            <a:normAutofit/>
          </a:bodyPr>
          <a:lstStyle>
            <a:lvl1pPr marL="0" indent="0" algn="ctr">
              <a:buNone/>
              <a:defRPr sz="1400">
                <a:solidFill>
                  <a:schemeClr val="bg1"/>
                </a:solidFill>
              </a:defRPr>
            </a:lvl1pPr>
          </a:lstStyle>
          <a:p>
            <a:r>
              <a:rPr lang="en-US" noProof="0"/>
              <a:t>Click icon to add picture</a:t>
            </a:r>
            <a:endParaRPr lang="en-US" noProof="0" dirty="0"/>
          </a:p>
        </p:txBody>
      </p:sp>
    </p:spTree>
    <p:extLst>
      <p:ext uri="{BB962C8B-B14F-4D97-AF65-F5344CB8AC3E}">
        <p14:creationId xmlns:p14="http://schemas.microsoft.com/office/powerpoint/2010/main" val="311389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475097E-EB08-4475-9112-275B8402794C}"/>
              </a:ext>
            </a:extLst>
          </p:cNvPr>
          <p:cNvSpPr>
            <a:spLocks noGrp="1"/>
          </p:cNvSpPr>
          <p:nvPr>
            <p:ph type="sldNum" sz="quarter" idx="4"/>
          </p:nvPr>
        </p:nvSpPr>
        <p:spPr>
          <a:xfrm>
            <a:off x="5821279" y="6118484"/>
            <a:ext cx="549442" cy="365125"/>
          </a:xfrm>
          <a:prstGeom prst="rect">
            <a:avLst/>
          </a:prstGeom>
        </p:spPr>
        <p:txBody>
          <a:bodyPr vert="horz" lIns="91440" tIns="45720" rIns="91440" bIns="45720" rtlCol="0" anchor="ctr"/>
          <a:lstStyle>
            <a:lvl1pPr algn="ctr">
              <a:defRPr sz="1600" b="1">
                <a:solidFill>
                  <a:schemeClr val="bg1"/>
                </a:solidFill>
                <a:latin typeface="+mn-lt"/>
              </a:defRPr>
            </a:lvl1pPr>
          </a:lstStyle>
          <a:p>
            <a:fld id="{D495E168-DA5E-4888-8D8A-92B118324C14}" type="slidenum">
              <a:rPr lang="en-US" noProof="0" smtClean="0"/>
              <a:pPr/>
              <a:t>‹#›</a:t>
            </a:fld>
            <a:endParaRPr lang="en-US" noProof="0" dirty="0"/>
          </a:p>
        </p:txBody>
      </p:sp>
      <p:sp>
        <p:nvSpPr>
          <p:cNvPr id="2" name="Title Placeholder 1">
            <a:extLst>
              <a:ext uri="{FF2B5EF4-FFF2-40B4-BE49-F238E27FC236}">
                <a16:creationId xmlns:a16="http://schemas.microsoft.com/office/drawing/2014/main"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2C0128AA-FDF4-4DD5-A009-3C58D24570F2}"/>
              </a:ext>
            </a:extLst>
          </p:cNvPr>
          <p:cNvSpPr>
            <a:spLocks noGrp="1"/>
          </p:cNvSpPr>
          <p:nvPr>
            <p:ph type="body" idx="1"/>
          </p:nvPr>
        </p:nvSpPr>
        <p:spPr>
          <a:xfrm>
            <a:off x="838200" y="1825625"/>
            <a:ext cx="10515600" cy="4048274"/>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a:extLst>
              <a:ext uri="{FF2B5EF4-FFF2-40B4-BE49-F238E27FC236}">
                <a16:creationId xmlns:a16="http://schemas.microsoft.com/office/drawing/2014/main" id="{BB1C2DC0-7E13-4A66-9F9B-371BA9C6E4F1}"/>
              </a:ext>
            </a:extLst>
          </p:cNvPr>
          <p:cNvSpPr>
            <a:spLocks noGrp="1"/>
          </p:cNvSpPr>
          <p:nvPr>
            <p:ph type="dt" sz="half" idx="2"/>
          </p:nvPr>
        </p:nvSpPr>
        <p:spPr>
          <a:xfrm>
            <a:off x="8610600" y="6118484"/>
            <a:ext cx="2743200" cy="365125"/>
          </a:xfrm>
          <a:prstGeom prst="rect">
            <a:avLst/>
          </a:prstGeom>
        </p:spPr>
        <p:txBody>
          <a:bodyPr vert="horz" lIns="91440" tIns="45720" rIns="91440" bIns="45720" rtlCol="0" anchor="ctr"/>
          <a:lstStyle>
            <a:lvl1pPr algn="r">
              <a:defRPr sz="1600">
                <a:solidFill>
                  <a:schemeClr val="bg2"/>
                </a:solidFill>
              </a:defRPr>
            </a:lvl1pPr>
          </a:lstStyle>
          <a:p>
            <a:r>
              <a:rPr lang="en-US" noProof="0" dirty="0"/>
              <a:t>MM.DD.20XX</a:t>
            </a:r>
          </a:p>
        </p:txBody>
      </p:sp>
      <p:sp>
        <p:nvSpPr>
          <p:cNvPr id="11" name="Footer Placeholder 4">
            <a:extLst>
              <a:ext uri="{FF2B5EF4-FFF2-40B4-BE49-F238E27FC236}">
                <a16:creationId xmlns:a16="http://schemas.microsoft.com/office/drawing/2014/main" id="{1F296578-6D40-435B-861E-0904DDC10B7C}"/>
              </a:ext>
            </a:extLst>
          </p:cNvPr>
          <p:cNvSpPr>
            <a:spLocks noGrp="1"/>
          </p:cNvSpPr>
          <p:nvPr>
            <p:ph type="ftr" sz="quarter" idx="3"/>
          </p:nvPr>
        </p:nvSpPr>
        <p:spPr>
          <a:xfrm>
            <a:off x="838200" y="6118484"/>
            <a:ext cx="3398763" cy="365125"/>
          </a:xfrm>
          <a:prstGeom prst="rect">
            <a:avLst/>
          </a:prstGeom>
        </p:spPr>
        <p:txBody>
          <a:bodyPr vert="horz" lIns="91440" tIns="45720" rIns="91440" bIns="45720" rtlCol="0" anchor="ctr"/>
          <a:lstStyle>
            <a:lvl1pPr algn="l">
              <a:defRPr sz="1600">
                <a:solidFill>
                  <a:schemeClr val="bg2"/>
                </a:solidFill>
              </a:defRPr>
            </a:lvl1pPr>
          </a:lstStyle>
          <a:p>
            <a:r>
              <a:rPr lang="en-US" noProof="0" dirty="0"/>
              <a:t>ADD A FOOTER</a:t>
            </a:r>
          </a:p>
        </p:txBody>
      </p:sp>
    </p:spTree>
    <p:extLst>
      <p:ext uri="{BB962C8B-B14F-4D97-AF65-F5344CB8AC3E}">
        <p14:creationId xmlns:p14="http://schemas.microsoft.com/office/powerpoint/2010/main" val="3223999130"/>
      </p:ext>
    </p:extLst>
  </p:cSld>
  <p:clrMap bg1="lt1" tx1="dk1" bg2="lt2" tx2="dk2" accent1="accent1" accent2="accent2" accent3="accent3" accent4="accent4" accent5="accent5" accent6="accent6" hlink="hlink" folHlink="folHlink"/>
  <p:sldLayoutIdLst>
    <p:sldLayoutId id="2147483653" r:id="rId1"/>
    <p:sldLayoutId id="2147483677" r:id="rId2"/>
    <p:sldLayoutId id="2147483678" r:id="rId3"/>
    <p:sldLayoutId id="2147483679" r:id="rId4"/>
    <p:sldLayoutId id="2147483681" r:id="rId5"/>
    <p:sldLayoutId id="2147483682" r:id="rId6"/>
    <p:sldLayoutId id="2147483683" r:id="rId7"/>
    <p:sldLayoutId id="2147483684" r:id="rId8"/>
    <p:sldLayoutId id="2147483685" r:id="rId9"/>
    <p:sldLayoutId id="2147483686" r:id="rId10"/>
    <p:sldLayoutId id="2147483689" r:id="rId11"/>
    <p:sldLayoutId id="2147483690" r:id="rId12"/>
    <p:sldLayoutId id="2147483691" r:id="rId13"/>
    <p:sldLayoutId id="2147483692" r:id="rId14"/>
    <p:sldLayoutId id="2147483693" r:id="rId15"/>
    <p:sldLayoutId id="2147483694" r:id="rId16"/>
    <p:sldLayoutId id="2147483687" r:id="rId17"/>
    <p:sldLayoutId id="2147483695" r:id="rId18"/>
    <p:sldLayoutId id="2147483688" r:id="rId19"/>
  </p:sldLayoutIdLst>
  <p:hf hdr="0" dt="0"/>
  <p:txStyles>
    <p:titleStyle>
      <a:lvl1pPr algn="l" defTabSz="914400" rtl="0" eaLnBrk="1" latinLnBrk="0" hangingPunct="1">
        <a:lnSpc>
          <a:spcPct val="90000"/>
        </a:lnSpc>
        <a:spcBef>
          <a:spcPct val="0"/>
        </a:spcBef>
        <a:buNone/>
        <a:defRPr sz="5000" b="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572" userDrawn="1">
          <p15:clr>
            <a:srgbClr val="F26B43"/>
          </p15:clr>
        </p15:guide>
        <p15:guide id="2" pos="574" userDrawn="1">
          <p15:clr>
            <a:srgbClr val="F26B43"/>
          </p15:clr>
        </p15:guide>
        <p15:guide id="3" pos="7106" userDrawn="1">
          <p15:clr>
            <a:srgbClr val="F26B43"/>
          </p15:clr>
        </p15:guide>
        <p15:guide id="4" orient="horz" pos="3748" userDrawn="1">
          <p15:clr>
            <a:srgbClr val="F26B43"/>
          </p15:clr>
        </p15:guide>
        <p15:guide id="5" pos="4407" userDrawn="1">
          <p15:clr>
            <a:srgbClr val="F26B43"/>
          </p15:clr>
        </p15:guide>
        <p15:guide id="6" pos="3273" userDrawn="1">
          <p15:clr>
            <a:srgbClr val="F26B43"/>
          </p15:clr>
        </p15:guide>
        <p15:guide id="7" pos="3840" userDrawn="1">
          <p15:clr>
            <a:srgbClr val="F26B43"/>
          </p15:clr>
        </p15:guide>
        <p15:guide id="8" orient="horz" pos="2160" userDrawn="1">
          <p15:clr>
            <a:srgbClr val="F26B43"/>
          </p15:clr>
        </p15:guide>
        <p15:guide id="9" pos="302" userDrawn="1">
          <p15:clr>
            <a:srgbClr val="F26B43"/>
          </p15:clr>
        </p15:guide>
        <p15:guide id="10" pos="737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E70722D-0BC0-4487-812D-1E4E0DEC1129}"/>
              </a:ext>
            </a:extLst>
          </p:cNvPr>
          <p:cNvSpPr>
            <a:spLocks noGrp="1"/>
          </p:cNvSpPr>
          <p:nvPr>
            <p:ph type="body" sz="quarter" idx="20"/>
          </p:nvPr>
        </p:nvSpPr>
        <p:spPr>
          <a:xfrm>
            <a:off x="3912235" y="1024507"/>
            <a:ext cx="4367531" cy="1082908"/>
          </a:xfrm>
        </p:spPr>
        <p:txBody>
          <a:bodyPr/>
          <a:lstStyle/>
          <a:p>
            <a:r>
              <a:rPr lang="en-IN" sz="4800" dirty="0"/>
              <a:t>EXPLORATORY DATA ANALYSIS</a:t>
            </a:r>
            <a:endParaRPr lang="ru-RU" sz="4800" dirty="0"/>
          </a:p>
        </p:txBody>
      </p:sp>
      <p:sp>
        <p:nvSpPr>
          <p:cNvPr id="3" name="Title 2">
            <a:extLst>
              <a:ext uri="{FF2B5EF4-FFF2-40B4-BE49-F238E27FC236}">
                <a16:creationId xmlns:a16="http://schemas.microsoft.com/office/drawing/2014/main" id="{05857963-8D3D-4F24-B535-54652EE095F0}"/>
              </a:ext>
            </a:extLst>
          </p:cNvPr>
          <p:cNvSpPr>
            <a:spLocks noGrp="1"/>
          </p:cNvSpPr>
          <p:nvPr>
            <p:ph type="title"/>
          </p:nvPr>
        </p:nvSpPr>
        <p:spPr>
          <a:xfrm>
            <a:off x="1037021" y="3101215"/>
            <a:ext cx="10117959" cy="1950089"/>
          </a:xfrm>
        </p:spPr>
        <p:txBody>
          <a:bodyPr/>
          <a:lstStyle/>
          <a:p>
            <a:r>
              <a:rPr lang="en-US" sz="1800" dirty="0"/>
              <a:t>Source: UCI Machine Learning Repository</a:t>
            </a:r>
            <a:endParaRPr lang="ru-RU" sz="1800" dirty="0"/>
          </a:p>
        </p:txBody>
      </p:sp>
      <p:sp>
        <p:nvSpPr>
          <p:cNvPr id="5" name="Text Placeholder 4">
            <a:extLst>
              <a:ext uri="{FF2B5EF4-FFF2-40B4-BE49-F238E27FC236}">
                <a16:creationId xmlns:a16="http://schemas.microsoft.com/office/drawing/2014/main" id="{B623514F-9C9F-4868-A7D9-66CAA07E615D}"/>
              </a:ext>
            </a:extLst>
          </p:cNvPr>
          <p:cNvSpPr>
            <a:spLocks noGrp="1"/>
          </p:cNvSpPr>
          <p:nvPr>
            <p:ph type="body" sz="quarter" idx="13"/>
          </p:nvPr>
        </p:nvSpPr>
        <p:spPr/>
        <p:txBody>
          <a:bodyPr/>
          <a:lstStyle/>
          <a:p>
            <a:r>
              <a:rPr lang="en-US" sz="4000" b="1" dirty="0"/>
              <a:t>Group 2</a:t>
            </a:r>
          </a:p>
          <a:p>
            <a:r>
              <a:rPr lang="en-US" sz="2800" dirty="0"/>
              <a:t> Submitted by:                       Course / </a:t>
            </a:r>
            <a:r>
              <a:rPr lang="en-US" sz="2800" dirty="0" err="1"/>
              <a:t>Department:BCA</a:t>
            </a:r>
            <a:r>
              <a:rPr lang="en-US" sz="2800" dirty="0"/>
              <a:t> div -b Guided by:                        Roll:               No: Date: 5/10/26</a:t>
            </a:r>
            <a:endParaRPr lang="ru-RU" sz="2800" dirty="0"/>
          </a:p>
        </p:txBody>
      </p:sp>
      <p:sp>
        <p:nvSpPr>
          <p:cNvPr id="11" name="Text Placeholder 10">
            <a:extLst>
              <a:ext uri="{FF2B5EF4-FFF2-40B4-BE49-F238E27FC236}">
                <a16:creationId xmlns:a16="http://schemas.microsoft.com/office/drawing/2014/main" id="{E9B11A78-28BA-4F55-8851-1A7366F26F58}"/>
              </a:ext>
            </a:extLst>
          </p:cNvPr>
          <p:cNvSpPr>
            <a:spLocks noGrp="1"/>
          </p:cNvSpPr>
          <p:nvPr>
            <p:ph type="body" sz="quarter" idx="21"/>
          </p:nvPr>
        </p:nvSpPr>
        <p:spPr>
          <a:xfrm>
            <a:off x="320040" y="2624339"/>
            <a:ext cx="11871961" cy="1101898"/>
          </a:xfrm>
        </p:spPr>
        <p:txBody>
          <a:bodyPr/>
          <a:lstStyle/>
          <a:p>
            <a:r>
              <a:rPr lang="pt-BR" sz="3600" b="0" dirty="0"/>
              <a:t>Forest Fires Dataset (Montesinho Natural Park, Portugal) </a:t>
            </a:r>
            <a:endParaRPr lang="en-IN" sz="3600" b="0" dirty="0"/>
          </a:p>
        </p:txBody>
      </p:sp>
    </p:spTree>
    <p:extLst>
      <p:ext uri="{BB962C8B-B14F-4D97-AF65-F5344CB8AC3E}">
        <p14:creationId xmlns:p14="http://schemas.microsoft.com/office/powerpoint/2010/main" val="2142316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arn(inVertic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wipe(down)">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6"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down)">
                                      <p:cBhvr>
                                        <p:cTn id="17" dur="580">
                                          <p:stCondLst>
                                            <p:cond delay="0"/>
                                          </p:stCondLst>
                                        </p:cTn>
                                        <p:tgtEl>
                                          <p:spTgt spid="3"/>
                                        </p:tgtEl>
                                      </p:cBhvr>
                                    </p:animEffect>
                                    <p:anim calcmode="lin" valueType="num">
                                      <p:cBhvr>
                                        <p:cTn id="1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23" dur="26">
                                          <p:stCondLst>
                                            <p:cond delay="650"/>
                                          </p:stCondLst>
                                        </p:cTn>
                                        <p:tgtEl>
                                          <p:spTgt spid="3"/>
                                        </p:tgtEl>
                                      </p:cBhvr>
                                      <p:to x="100000" y="60000"/>
                                    </p:animScale>
                                    <p:animScale>
                                      <p:cBhvr>
                                        <p:cTn id="24" dur="166" decel="50000">
                                          <p:stCondLst>
                                            <p:cond delay="676"/>
                                          </p:stCondLst>
                                        </p:cTn>
                                        <p:tgtEl>
                                          <p:spTgt spid="3"/>
                                        </p:tgtEl>
                                      </p:cBhvr>
                                      <p:to x="100000" y="100000"/>
                                    </p:animScale>
                                    <p:animScale>
                                      <p:cBhvr>
                                        <p:cTn id="25" dur="26">
                                          <p:stCondLst>
                                            <p:cond delay="1312"/>
                                          </p:stCondLst>
                                        </p:cTn>
                                        <p:tgtEl>
                                          <p:spTgt spid="3"/>
                                        </p:tgtEl>
                                      </p:cBhvr>
                                      <p:to x="100000" y="80000"/>
                                    </p:animScale>
                                    <p:animScale>
                                      <p:cBhvr>
                                        <p:cTn id="26" dur="166" decel="50000">
                                          <p:stCondLst>
                                            <p:cond delay="1338"/>
                                          </p:stCondLst>
                                        </p:cTn>
                                        <p:tgtEl>
                                          <p:spTgt spid="3"/>
                                        </p:tgtEl>
                                      </p:cBhvr>
                                      <p:to x="100000" y="100000"/>
                                    </p:animScale>
                                    <p:animScale>
                                      <p:cBhvr>
                                        <p:cTn id="27" dur="26">
                                          <p:stCondLst>
                                            <p:cond delay="1642"/>
                                          </p:stCondLst>
                                        </p:cTn>
                                        <p:tgtEl>
                                          <p:spTgt spid="3"/>
                                        </p:tgtEl>
                                      </p:cBhvr>
                                      <p:to x="100000" y="90000"/>
                                    </p:animScale>
                                    <p:animScale>
                                      <p:cBhvr>
                                        <p:cTn id="28" dur="166" decel="50000">
                                          <p:stCondLst>
                                            <p:cond delay="1668"/>
                                          </p:stCondLst>
                                        </p:cTn>
                                        <p:tgtEl>
                                          <p:spTgt spid="3"/>
                                        </p:tgtEl>
                                      </p:cBhvr>
                                      <p:to x="100000" y="100000"/>
                                    </p:animScale>
                                    <p:animScale>
                                      <p:cBhvr>
                                        <p:cTn id="29" dur="26">
                                          <p:stCondLst>
                                            <p:cond delay="1808"/>
                                          </p:stCondLst>
                                        </p:cTn>
                                        <p:tgtEl>
                                          <p:spTgt spid="3"/>
                                        </p:tgtEl>
                                      </p:cBhvr>
                                      <p:to x="100000" y="95000"/>
                                    </p:animScale>
                                    <p:animScale>
                                      <p:cBhvr>
                                        <p:cTn id="30" dur="166" decel="50000">
                                          <p:stCondLst>
                                            <p:cond delay="1834"/>
                                          </p:stCondLst>
                                        </p:cTn>
                                        <p:tgtEl>
                                          <p:spTgt spid="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3" grpId="0"/>
      <p:bldP spid="11"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3E7209B-EA97-4E46-B935-409525612C95}"/>
              </a:ext>
            </a:extLst>
          </p:cNvPr>
          <p:cNvSpPr>
            <a:spLocks noGrp="1"/>
          </p:cNvSpPr>
          <p:nvPr>
            <p:ph type="sldNum" sz="quarter" idx="10"/>
          </p:nvPr>
        </p:nvSpPr>
        <p:spPr/>
        <p:txBody>
          <a:bodyPr/>
          <a:lstStyle/>
          <a:p>
            <a:fld id="{D495E168-DA5E-4888-8D8A-92B118324C14}" type="slidenum">
              <a:rPr lang="en-US" smtClean="0"/>
              <a:pPr/>
              <a:t>2</a:t>
            </a:fld>
            <a:endParaRPr lang="en-US" dirty="0"/>
          </a:p>
        </p:txBody>
      </p:sp>
      <p:sp>
        <p:nvSpPr>
          <p:cNvPr id="4" name="Footer Placeholder 3">
            <a:extLst>
              <a:ext uri="{FF2B5EF4-FFF2-40B4-BE49-F238E27FC236}">
                <a16:creationId xmlns:a16="http://schemas.microsoft.com/office/drawing/2014/main" id="{E7E3D7C1-6919-4785-9AEE-1F6673CA07C3}"/>
              </a:ext>
            </a:extLst>
          </p:cNvPr>
          <p:cNvSpPr>
            <a:spLocks noGrp="1"/>
          </p:cNvSpPr>
          <p:nvPr>
            <p:ph type="ftr" sz="quarter" idx="12"/>
          </p:nvPr>
        </p:nvSpPr>
        <p:spPr/>
        <p:txBody>
          <a:bodyPr/>
          <a:lstStyle/>
          <a:p>
            <a:r>
              <a:rPr lang="en-US" dirty="0"/>
              <a:t>ADD A FOOTER</a:t>
            </a:r>
          </a:p>
        </p:txBody>
      </p:sp>
      <p:sp>
        <p:nvSpPr>
          <p:cNvPr id="8" name="Title 7">
            <a:extLst>
              <a:ext uri="{FF2B5EF4-FFF2-40B4-BE49-F238E27FC236}">
                <a16:creationId xmlns:a16="http://schemas.microsoft.com/office/drawing/2014/main" id="{3468C0A5-D812-4A75-92DC-189D09B792E9}"/>
              </a:ext>
            </a:extLst>
          </p:cNvPr>
          <p:cNvSpPr>
            <a:spLocks noGrp="1"/>
          </p:cNvSpPr>
          <p:nvPr>
            <p:ph type="title" idx="4294967295"/>
          </p:nvPr>
        </p:nvSpPr>
        <p:spPr>
          <a:xfrm>
            <a:off x="838200" y="989012"/>
            <a:ext cx="10848974" cy="1324372"/>
          </a:xfrm>
        </p:spPr>
        <p:txBody>
          <a:bodyPr>
            <a:normAutofit/>
          </a:bodyPr>
          <a:lstStyle/>
          <a:p>
            <a:r>
              <a:rPr lang="en-US" dirty="0"/>
              <a:t>-</a:t>
            </a:r>
            <a:r>
              <a:rPr lang="en-IN" dirty="0">
                <a:solidFill>
                  <a:schemeClr val="bg1"/>
                </a:solidFill>
              </a:rPr>
              <a:t>Index</a:t>
            </a:r>
          </a:p>
        </p:txBody>
      </p:sp>
      <p:sp>
        <p:nvSpPr>
          <p:cNvPr id="7" name="Text Placeholder 4">
            <a:extLst>
              <a:ext uri="{FF2B5EF4-FFF2-40B4-BE49-F238E27FC236}">
                <a16:creationId xmlns:a16="http://schemas.microsoft.com/office/drawing/2014/main" id="{6C34F48E-B01A-41D0-9AC2-7C4044EF0750}"/>
              </a:ext>
            </a:extLst>
          </p:cNvPr>
          <p:cNvSpPr>
            <a:spLocks noGrp="1"/>
          </p:cNvSpPr>
          <p:nvPr>
            <p:ph type="body" sz="half" idx="4294967295"/>
          </p:nvPr>
        </p:nvSpPr>
        <p:spPr>
          <a:xfrm>
            <a:off x="11687174" y="1583531"/>
            <a:ext cx="403225" cy="3690938"/>
          </a:xfrm>
        </p:spPr>
        <p:txBody>
          <a:bodyPr>
            <a:normAutofit/>
          </a:bodyPr>
          <a:lstStyle/>
          <a:p>
            <a:r>
              <a:rPr lang="en-US" dirty="0"/>
              <a:t>.</a:t>
            </a:r>
          </a:p>
          <a:p>
            <a:endParaRPr lang="en-US" dirty="0"/>
          </a:p>
        </p:txBody>
      </p:sp>
      <p:sp>
        <p:nvSpPr>
          <p:cNvPr id="5" name="Text Placeholder 4">
            <a:extLst>
              <a:ext uri="{FF2B5EF4-FFF2-40B4-BE49-F238E27FC236}">
                <a16:creationId xmlns:a16="http://schemas.microsoft.com/office/drawing/2014/main" id="{171A006E-2552-45AA-81E6-9D6D26A503C2}"/>
              </a:ext>
            </a:extLst>
          </p:cNvPr>
          <p:cNvSpPr>
            <a:spLocks noGrp="1"/>
          </p:cNvSpPr>
          <p:nvPr>
            <p:ph idx="4294967295"/>
          </p:nvPr>
        </p:nvSpPr>
        <p:spPr>
          <a:xfrm>
            <a:off x="11158538" y="457200"/>
            <a:ext cx="1033462" cy="5408613"/>
          </a:xfrm>
        </p:spPr>
        <p:txBody>
          <a:bodyPr>
            <a:normAutofit/>
          </a:bodyPr>
          <a:lstStyle/>
          <a:p>
            <a:r>
              <a:rPr lang="en-US" dirty="0">
                <a:solidFill>
                  <a:schemeClr val="tx1">
                    <a:lumMod val="65000"/>
                    <a:lumOff val="35000"/>
                  </a:schemeClr>
                </a:solidFill>
              </a:rPr>
              <a:t>.</a:t>
            </a:r>
          </a:p>
          <a:p>
            <a:r>
              <a:rPr lang="en-US" sz="800" dirty="0"/>
              <a:t>.</a:t>
            </a:r>
          </a:p>
          <a:p>
            <a:endParaRPr lang="en-IN" dirty="0">
              <a:solidFill>
                <a:schemeClr val="tx1">
                  <a:lumMod val="50000"/>
                  <a:lumOff val="50000"/>
                </a:schemeClr>
              </a:solidFill>
            </a:endParaRPr>
          </a:p>
        </p:txBody>
      </p:sp>
      <p:sp>
        <p:nvSpPr>
          <p:cNvPr id="12" name="Rectangle 11">
            <a:extLst>
              <a:ext uri="{FF2B5EF4-FFF2-40B4-BE49-F238E27FC236}">
                <a16:creationId xmlns:a16="http://schemas.microsoft.com/office/drawing/2014/main" id="{8CDD9EF1-971F-477F-ACEF-176FDADB3175}"/>
              </a:ext>
            </a:extLst>
          </p:cNvPr>
          <p:cNvSpPr/>
          <p:nvPr/>
        </p:nvSpPr>
        <p:spPr>
          <a:xfrm>
            <a:off x="1885950" y="2551837"/>
            <a:ext cx="8015288" cy="3693319"/>
          </a:xfrm>
          <a:prstGeom prst="rect">
            <a:avLst/>
          </a:prstGeom>
        </p:spPr>
        <p:txBody>
          <a:bodyPr wrap="square">
            <a:spAutoFit/>
          </a:bodyPr>
          <a:lstStyle/>
          <a:p>
            <a:r>
              <a:rPr lang="en-IN" dirty="0">
                <a:solidFill>
                  <a:schemeClr val="bg2">
                    <a:lumMod val="40000"/>
                    <a:lumOff val="60000"/>
                  </a:schemeClr>
                </a:solidFill>
              </a:rPr>
              <a:t>1.  Introduction and Objective </a:t>
            </a:r>
          </a:p>
          <a:p>
            <a:r>
              <a:rPr lang="en-IN" dirty="0">
                <a:solidFill>
                  <a:schemeClr val="bg2">
                    <a:lumMod val="40000"/>
                    <a:lumOff val="60000"/>
                  </a:schemeClr>
                </a:solidFill>
              </a:rPr>
              <a:t> 2.  Dataset Description 3</a:t>
            </a:r>
          </a:p>
          <a:p>
            <a:r>
              <a:rPr lang="en-IN" dirty="0">
                <a:solidFill>
                  <a:schemeClr val="bg2">
                    <a:lumMod val="40000"/>
                    <a:lumOff val="60000"/>
                  </a:schemeClr>
                </a:solidFill>
              </a:rPr>
              <a:t> 3.  Data Type and Variables</a:t>
            </a:r>
          </a:p>
          <a:p>
            <a:r>
              <a:rPr lang="en-IN" dirty="0">
                <a:solidFill>
                  <a:schemeClr val="bg2">
                    <a:lumMod val="40000"/>
                    <a:lumOff val="60000"/>
                  </a:schemeClr>
                </a:solidFill>
              </a:rPr>
              <a:t> 4.  Tools Used for Analysis </a:t>
            </a:r>
          </a:p>
          <a:p>
            <a:r>
              <a:rPr lang="en-IN" dirty="0">
                <a:solidFill>
                  <a:schemeClr val="bg2">
                    <a:lumMod val="40000"/>
                    <a:lumOff val="60000"/>
                  </a:schemeClr>
                </a:solidFill>
              </a:rPr>
              <a:t>5.  Data Quality 6. Descriptive Statistics</a:t>
            </a:r>
          </a:p>
          <a:p>
            <a:r>
              <a:rPr lang="en-IN" dirty="0">
                <a:solidFill>
                  <a:schemeClr val="bg2">
                    <a:lumMod val="40000"/>
                    <a:lumOff val="60000"/>
                  </a:schemeClr>
                </a:solidFill>
              </a:rPr>
              <a:t>6.  Univariate Analysis</a:t>
            </a:r>
          </a:p>
          <a:p>
            <a:r>
              <a:rPr lang="en-IN" dirty="0">
                <a:solidFill>
                  <a:schemeClr val="bg2">
                    <a:lumMod val="40000"/>
                    <a:lumOff val="60000"/>
                  </a:schemeClr>
                </a:solidFill>
              </a:rPr>
              <a:t>7.  Grouping and Aggregation </a:t>
            </a:r>
          </a:p>
          <a:p>
            <a:r>
              <a:rPr lang="en-IN" dirty="0">
                <a:solidFill>
                  <a:schemeClr val="bg2">
                    <a:lumMod val="40000"/>
                    <a:lumOff val="60000"/>
                  </a:schemeClr>
                </a:solidFill>
              </a:rPr>
              <a:t>8.  Bivariate Analysis</a:t>
            </a:r>
          </a:p>
          <a:p>
            <a:r>
              <a:rPr lang="en-IN" dirty="0">
                <a:solidFill>
                  <a:schemeClr val="bg2">
                    <a:lumMod val="40000"/>
                    <a:lumOff val="60000"/>
                  </a:schemeClr>
                </a:solidFill>
              </a:rPr>
              <a:t> 9.  Correlation Analysis</a:t>
            </a:r>
          </a:p>
          <a:p>
            <a:r>
              <a:rPr lang="en-IN" dirty="0">
                <a:solidFill>
                  <a:schemeClr val="bg2">
                    <a:lumMod val="40000"/>
                    <a:lumOff val="60000"/>
                  </a:schemeClr>
                </a:solidFill>
              </a:rPr>
              <a:t> 10. Key Findings</a:t>
            </a:r>
          </a:p>
          <a:p>
            <a:r>
              <a:rPr lang="en-IN" dirty="0">
                <a:solidFill>
                  <a:schemeClr val="bg2">
                    <a:lumMod val="40000"/>
                    <a:lumOff val="60000"/>
                  </a:schemeClr>
                </a:solidFill>
              </a:rPr>
              <a:t>11.Conclusion</a:t>
            </a:r>
          </a:p>
          <a:p>
            <a:r>
              <a:rPr lang="en-IN" dirty="0">
                <a:solidFill>
                  <a:schemeClr val="bg2">
                    <a:lumMod val="40000"/>
                    <a:lumOff val="60000"/>
                  </a:schemeClr>
                </a:solidFill>
              </a:rPr>
              <a:t>12.References </a:t>
            </a:r>
          </a:p>
          <a:p>
            <a:r>
              <a:rPr lang="en-IN" dirty="0">
                <a:solidFill>
                  <a:schemeClr val="bg2">
                    <a:lumMod val="40000"/>
                    <a:lumOff val="60000"/>
                  </a:schemeClr>
                </a:solidFill>
              </a:rPr>
              <a:t>Appendix: Python Source Code</a:t>
            </a:r>
          </a:p>
        </p:txBody>
      </p:sp>
    </p:spTree>
    <p:extLst>
      <p:ext uri="{BB962C8B-B14F-4D97-AF65-F5344CB8AC3E}">
        <p14:creationId xmlns:p14="http://schemas.microsoft.com/office/powerpoint/2010/main" val="4343897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3D545-C417-48EA-9543-078BF8EB641C}"/>
              </a:ext>
            </a:extLst>
          </p:cNvPr>
          <p:cNvSpPr>
            <a:spLocks noGrp="1"/>
          </p:cNvSpPr>
          <p:nvPr>
            <p:ph type="title"/>
          </p:nvPr>
        </p:nvSpPr>
        <p:spPr/>
        <p:txBody>
          <a:bodyPr>
            <a:normAutofit/>
          </a:bodyPr>
          <a:lstStyle/>
          <a:p>
            <a:r>
              <a:rPr lang="en-IN" sz="3200" dirty="0"/>
              <a:t>1. Introduction and Objective </a:t>
            </a:r>
            <a:endParaRPr lang="en-US" sz="3200" dirty="0"/>
          </a:p>
        </p:txBody>
      </p:sp>
      <p:sp>
        <p:nvSpPr>
          <p:cNvPr id="5" name="Text Placeholder 4">
            <a:extLst>
              <a:ext uri="{FF2B5EF4-FFF2-40B4-BE49-F238E27FC236}">
                <a16:creationId xmlns:a16="http://schemas.microsoft.com/office/drawing/2014/main" id="{099A8D28-D968-408D-AA5E-1B16F071D7DF}"/>
              </a:ext>
            </a:extLst>
          </p:cNvPr>
          <p:cNvSpPr>
            <a:spLocks noGrp="1"/>
          </p:cNvSpPr>
          <p:nvPr>
            <p:ph type="body" sz="quarter" idx="13"/>
          </p:nvPr>
        </p:nvSpPr>
        <p:spPr/>
        <p:txBody>
          <a:bodyPr>
            <a:noAutofit/>
          </a:bodyPr>
          <a:lstStyle/>
          <a:p>
            <a:r>
              <a:rPr lang="en-US" sz="1400" dirty="0"/>
              <a:t>Forest fires can have a big impact on nature, buildings, and people By learning what affects the size of a fire and the weather that goes with it, forest managers can use their resources better. This project looks into the Forest Fires dataset from </a:t>
            </a:r>
            <a:r>
              <a:rPr lang="en-US" sz="1400" dirty="0" err="1"/>
              <a:t>Montesinho</a:t>
            </a:r>
            <a:r>
              <a:rPr lang="en-US" sz="1400" dirty="0"/>
              <a:t> Natural Park in the northeast of Portugal to explore these factors. </a:t>
            </a:r>
          </a:p>
        </p:txBody>
      </p:sp>
      <p:sp>
        <p:nvSpPr>
          <p:cNvPr id="6" name="Text Placeholder 5">
            <a:extLst>
              <a:ext uri="{FF2B5EF4-FFF2-40B4-BE49-F238E27FC236}">
                <a16:creationId xmlns:a16="http://schemas.microsoft.com/office/drawing/2014/main" id="{7E54AC28-9C3E-4734-B2BB-5EC5F60F5559}"/>
              </a:ext>
            </a:extLst>
          </p:cNvPr>
          <p:cNvSpPr>
            <a:spLocks noGrp="1"/>
          </p:cNvSpPr>
          <p:nvPr>
            <p:ph type="body" sz="quarter" idx="15"/>
          </p:nvPr>
        </p:nvSpPr>
        <p:spPr/>
        <p:txBody>
          <a:bodyPr>
            <a:normAutofit lnSpcReduction="10000"/>
          </a:bodyPr>
          <a:lstStyle/>
          <a:p>
            <a:r>
              <a:rPr lang="en-US" sz="1800" b="1" dirty="0">
                <a:solidFill>
                  <a:schemeClr val="accent6">
                    <a:lumMod val="50000"/>
                  </a:schemeClr>
                </a:solidFill>
              </a:rPr>
              <a:t>Objectives</a:t>
            </a:r>
          </a:p>
          <a:p>
            <a:r>
              <a:rPr lang="en-US" dirty="0"/>
              <a:t> 1. To understand the structure, variables and quality of the dataset.</a:t>
            </a:r>
          </a:p>
          <a:p>
            <a:r>
              <a:rPr lang="en-US" dirty="0"/>
              <a:t> 2. To </a:t>
            </a:r>
            <a:r>
              <a:rPr lang="en-US" dirty="0" err="1"/>
              <a:t>summarise</a:t>
            </a:r>
            <a:r>
              <a:rPr lang="en-US" dirty="0"/>
              <a:t> the weather and fire-index variables using descriptive statistics. </a:t>
            </a:r>
          </a:p>
          <a:p>
            <a:r>
              <a:rPr lang="en-US" dirty="0"/>
              <a:t>3. To study the distribution of each variable and of the burned area</a:t>
            </a:r>
          </a:p>
          <a:p>
            <a:r>
              <a:rPr lang="en-US" dirty="0"/>
              <a:t>. 4. To compare fires across months, seasons and days of the week. </a:t>
            </a:r>
          </a:p>
          <a:p>
            <a:r>
              <a:rPr lang="en-US" dirty="0"/>
              <a:t>5. To find which variables are related to the burned area.</a:t>
            </a:r>
          </a:p>
          <a:p>
            <a:endParaRPr lang="en-US" dirty="0"/>
          </a:p>
        </p:txBody>
      </p:sp>
      <p:sp>
        <p:nvSpPr>
          <p:cNvPr id="4" name="Footer Placeholder 3">
            <a:extLst>
              <a:ext uri="{FF2B5EF4-FFF2-40B4-BE49-F238E27FC236}">
                <a16:creationId xmlns:a16="http://schemas.microsoft.com/office/drawing/2014/main" id="{FF626BF0-5F0E-4D61-B97D-E6ED486CD89E}"/>
              </a:ext>
            </a:extLst>
          </p:cNvPr>
          <p:cNvSpPr>
            <a:spLocks noGrp="1"/>
          </p:cNvSpPr>
          <p:nvPr>
            <p:ph type="ftr" sz="quarter" idx="12"/>
          </p:nvPr>
        </p:nvSpPr>
        <p:spPr/>
        <p:txBody>
          <a:bodyPr/>
          <a:lstStyle/>
          <a:p>
            <a:r>
              <a:rPr lang="en-US" dirty="0"/>
              <a:t>ADD A FOOTER</a:t>
            </a:r>
          </a:p>
        </p:txBody>
      </p:sp>
      <p:sp>
        <p:nvSpPr>
          <p:cNvPr id="3" name="Slide Number Placeholder 2">
            <a:extLst>
              <a:ext uri="{FF2B5EF4-FFF2-40B4-BE49-F238E27FC236}">
                <a16:creationId xmlns:a16="http://schemas.microsoft.com/office/drawing/2014/main" id="{4D492004-FF5A-486F-BD35-52AACB74C659}"/>
              </a:ext>
            </a:extLst>
          </p:cNvPr>
          <p:cNvSpPr>
            <a:spLocks noGrp="1"/>
          </p:cNvSpPr>
          <p:nvPr>
            <p:ph type="sldNum" sz="quarter" idx="10"/>
          </p:nvPr>
        </p:nvSpPr>
        <p:spPr/>
        <p:txBody>
          <a:bodyPr/>
          <a:lstStyle/>
          <a:p>
            <a:fld id="{D495E168-DA5E-4888-8D8A-92B118324C14}" type="slidenum">
              <a:rPr lang="en-US" smtClean="0"/>
              <a:pPr/>
              <a:t>3</a:t>
            </a:fld>
            <a:endParaRPr lang="en-US" dirty="0"/>
          </a:p>
        </p:txBody>
      </p:sp>
    </p:spTree>
    <p:extLst>
      <p:ext uri="{BB962C8B-B14F-4D97-AF65-F5344CB8AC3E}">
        <p14:creationId xmlns:p14="http://schemas.microsoft.com/office/powerpoint/2010/main" val="3733523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77CBD36-E928-427F-BCF4-3FF2B77D4C0D}"/>
              </a:ext>
            </a:extLst>
          </p:cNvPr>
          <p:cNvSpPr>
            <a:spLocks noGrp="1"/>
          </p:cNvSpPr>
          <p:nvPr>
            <p:ph type="sldNum" sz="quarter" idx="10"/>
          </p:nvPr>
        </p:nvSpPr>
        <p:spPr/>
        <p:txBody>
          <a:bodyPr/>
          <a:lstStyle/>
          <a:p>
            <a:fld id="{D495E168-DA5E-4888-8D8A-92B118324C14}" type="slidenum">
              <a:rPr lang="en-US" smtClean="0"/>
              <a:pPr/>
              <a:t>4</a:t>
            </a:fld>
            <a:endParaRPr lang="en-US" dirty="0"/>
          </a:p>
        </p:txBody>
      </p:sp>
      <p:sp>
        <p:nvSpPr>
          <p:cNvPr id="4" name="Footer Placeholder 3">
            <a:extLst>
              <a:ext uri="{FF2B5EF4-FFF2-40B4-BE49-F238E27FC236}">
                <a16:creationId xmlns:a16="http://schemas.microsoft.com/office/drawing/2014/main" id="{600D8D83-8EE8-4757-A48D-197DCB8CB8ED}"/>
              </a:ext>
            </a:extLst>
          </p:cNvPr>
          <p:cNvSpPr>
            <a:spLocks noGrp="1"/>
          </p:cNvSpPr>
          <p:nvPr>
            <p:ph type="ftr" sz="quarter" idx="12"/>
          </p:nvPr>
        </p:nvSpPr>
        <p:spPr/>
        <p:txBody>
          <a:bodyPr/>
          <a:lstStyle/>
          <a:p>
            <a:r>
              <a:rPr lang="en-US" dirty="0"/>
              <a:t>ADD A FOOTER</a:t>
            </a:r>
          </a:p>
        </p:txBody>
      </p:sp>
      <p:sp>
        <p:nvSpPr>
          <p:cNvPr id="2" name="Title 1">
            <a:extLst>
              <a:ext uri="{FF2B5EF4-FFF2-40B4-BE49-F238E27FC236}">
                <a16:creationId xmlns:a16="http://schemas.microsoft.com/office/drawing/2014/main" id="{F48B51AE-252F-4958-A1E9-67C57179FF35}"/>
              </a:ext>
            </a:extLst>
          </p:cNvPr>
          <p:cNvSpPr>
            <a:spLocks noGrp="1"/>
          </p:cNvSpPr>
          <p:nvPr>
            <p:ph type="title"/>
          </p:nvPr>
        </p:nvSpPr>
        <p:spPr>
          <a:xfrm>
            <a:off x="838200" y="1"/>
            <a:ext cx="10515600" cy="1322960"/>
          </a:xfrm>
        </p:spPr>
        <p:txBody>
          <a:bodyPr>
            <a:normAutofit/>
          </a:bodyPr>
          <a:lstStyle/>
          <a:p>
            <a:r>
              <a:rPr lang="en-IN" sz="3600" b="1" dirty="0"/>
              <a:t>2. Dataset Description</a:t>
            </a:r>
            <a:endParaRPr lang="en-US" sz="3600" b="1" dirty="0"/>
          </a:p>
        </p:txBody>
      </p:sp>
      <p:sp>
        <p:nvSpPr>
          <p:cNvPr id="9" name="Media Placeholder 8">
            <a:extLst>
              <a:ext uri="{FF2B5EF4-FFF2-40B4-BE49-F238E27FC236}">
                <a16:creationId xmlns:a16="http://schemas.microsoft.com/office/drawing/2014/main" id="{A31226E7-76A2-40A1-9ACC-36E2770579B8}"/>
              </a:ext>
            </a:extLst>
          </p:cNvPr>
          <p:cNvSpPr>
            <a:spLocks noGrp="1"/>
          </p:cNvSpPr>
          <p:nvPr>
            <p:ph type="media" sz="quarter" idx="17"/>
          </p:nvPr>
        </p:nvSpPr>
        <p:spPr/>
      </p:sp>
      <p:sp>
        <p:nvSpPr>
          <p:cNvPr id="5" name="Text Placeholder 4">
            <a:extLst>
              <a:ext uri="{FF2B5EF4-FFF2-40B4-BE49-F238E27FC236}">
                <a16:creationId xmlns:a16="http://schemas.microsoft.com/office/drawing/2014/main" id="{235F389B-861B-485A-AD81-A9172882D97D}"/>
              </a:ext>
            </a:extLst>
          </p:cNvPr>
          <p:cNvSpPr>
            <a:spLocks noGrp="1"/>
          </p:cNvSpPr>
          <p:nvPr>
            <p:ph type="body" sz="quarter" idx="4294967295"/>
          </p:nvPr>
        </p:nvSpPr>
        <p:spPr>
          <a:xfrm>
            <a:off x="0" y="1120775"/>
            <a:ext cx="11944350" cy="2794000"/>
          </a:xfrm>
        </p:spPr>
        <p:txBody>
          <a:bodyPr>
            <a:normAutofit/>
          </a:bodyPr>
          <a:lstStyle/>
          <a:p>
            <a:r>
              <a:rPr lang="en-US" sz="2000" dirty="0">
                <a:solidFill>
                  <a:schemeClr val="bg2">
                    <a:lumMod val="40000"/>
                    <a:lumOff val="60000"/>
                  </a:schemeClr>
                </a:solidFill>
              </a:rPr>
              <a:t>The dataset was published by Cortez and </a:t>
            </a:r>
            <a:r>
              <a:rPr lang="en-US" sz="2000" dirty="0" err="1">
                <a:solidFill>
                  <a:schemeClr val="bg2">
                    <a:lumMod val="40000"/>
                    <a:lumOff val="60000"/>
                  </a:schemeClr>
                </a:solidFill>
              </a:rPr>
              <a:t>Morais</a:t>
            </a:r>
            <a:r>
              <a:rPr lang="en-US" sz="2000" dirty="0">
                <a:solidFill>
                  <a:schemeClr val="bg2">
                    <a:lumMod val="40000"/>
                    <a:lumOff val="60000"/>
                  </a:schemeClr>
                </a:solidFill>
              </a:rPr>
              <a:t> (2007) and is available from the UCI Machine Learning Repository. It contains 517 records and 13 original columns. Each row is one forest fire event. The columns give the location inside the park, the date, four fire-weather indices from the Canadian Fire Weather Index (FWI) system, four meteorological readings and the burned area in hectares. The target variable is area (burned area in ha). </a:t>
            </a:r>
            <a:endParaRPr lang="en-US" sz="2000" dirty="0"/>
          </a:p>
        </p:txBody>
      </p:sp>
      <p:graphicFrame>
        <p:nvGraphicFramePr>
          <p:cNvPr id="7" name="Table 6">
            <a:extLst>
              <a:ext uri="{FF2B5EF4-FFF2-40B4-BE49-F238E27FC236}">
                <a16:creationId xmlns:a16="http://schemas.microsoft.com/office/drawing/2014/main" id="{111C4C12-A1F9-4DA4-8E43-5606E06D4B5F}"/>
              </a:ext>
            </a:extLst>
          </p:cNvPr>
          <p:cNvGraphicFramePr>
            <a:graphicFrameLocks noGrp="1"/>
          </p:cNvGraphicFramePr>
          <p:nvPr>
            <p:extLst>
              <p:ext uri="{D42A27DB-BD31-4B8C-83A1-F6EECF244321}">
                <p14:modId xmlns:p14="http://schemas.microsoft.com/office/powerpoint/2010/main" val="3172823545"/>
              </p:ext>
            </p:extLst>
          </p:nvPr>
        </p:nvGraphicFramePr>
        <p:xfrm>
          <a:off x="128587" y="3429000"/>
          <a:ext cx="11943594" cy="3529017"/>
        </p:xfrm>
        <a:graphic>
          <a:graphicData uri="http://schemas.openxmlformats.org/drawingml/2006/table">
            <a:tbl>
              <a:tblPr firstRow="1" bandRow="1">
                <a:tableStyleId>{284E427A-3D55-4303-BF80-6455036E1DE7}</a:tableStyleId>
              </a:tblPr>
              <a:tblGrid>
                <a:gridCol w="918738">
                  <a:extLst>
                    <a:ext uri="{9D8B030D-6E8A-4147-A177-3AD203B41FA5}">
                      <a16:colId xmlns:a16="http://schemas.microsoft.com/office/drawing/2014/main" val="3817056625"/>
                    </a:ext>
                  </a:extLst>
                </a:gridCol>
                <a:gridCol w="918738">
                  <a:extLst>
                    <a:ext uri="{9D8B030D-6E8A-4147-A177-3AD203B41FA5}">
                      <a16:colId xmlns:a16="http://schemas.microsoft.com/office/drawing/2014/main" val="2194184793"/>
                    </a:ext>
                  </a:extLst>
                </a:gridCol>
                <a:gridCol w="918738">
                  <a:extLst>
                    <a:ext uri="{9D8B030D-6E8A-4147-A177-3AD203B41FA5}">
                      <a16:colId xmlns:a16="http://schemas.microsoft.com/office/drawing/2014/main" val="916301076"/>
                    </a:ext>
                  </a:extLst>
                </a:gridCol>
                <a:gridCol w="918738">
                  <a:extLst>
                    <a:ext uri="{9D8B030D-6E8A-4147-A177-3AD203B41FA5}">
                      <a16:colId xmlns:a16="http://schemas.microsoft.com/office/drawing/2014/main" val="2385049940"/>
                    </a:ext>
                  </a:extLst>
                </a:gridCol>
                <a:gridCol w="918738">
                  <a:extLst>
                    <a:ext uri="{9D8B030D-6E8A-4147-A177-3AD203B41FA5}">
                      <a16:colId xmlns:a16="http://schemas.microsoft.com/office/drawing/2014/main" val="718746796"/>
                    </a:ext>
                  </a:extLst>
                </a:gridCol>
                <a:gridCol w="918738">
                  <a:extLst>
                    <a:ext uri="{9D8B030D-6E8A-4147-A177-3AD203B41FA5}">
                      <a16:colId xmlns:a16="http://schemas.microsoft.com/office/drawing/2014/main" val="1780519183"/>
                    </a:ext>
                  </a:extLst>
                </a:gridCol>
                <a:gridCol w="918738">
                  <a:extLst>
                    <a:ext uri="{9D8B030D-6E8A-4147-A177-3AD203B41FA5}">
                      <a16:colId xmlns:a16="http://schemas.microsoft.com/office/drawing/2014/main" val="57480568"/>
                    </a:ext>
                  </a:extLst>
                </a:gridCol>
                <a:gridCol w="918738">
                  <a:extLst>
                    <a:ext uri="{9D8B030D-6E8A-4147-A177-3AD203B41FA5}">
                      <a16:colId xmlns:a16="http://schemas.microsoft.com/office/drawing/2014/main" val="137193266"/>
                    </a:ext>
                  </a:extLst>
                </a:gridCol>
                <a:gridCol w="918738">
                  <a:extLst>
                    <a:ext uri="{9D8B030D-6E8A-4147-A177-3AD203B41FA5}">
                      <a16:colId xmlns:a16="http://schemas.microsoft.com/office/drawing/2014/main" val="4217611708"/>
                    </a:ext>
                  </a:extLst>
                </a:gridCol>
                <a:gridCol w="918738">
                  <a:extLst>
                    <a:ext uri="{9D8B030D-6E8A-4147-A177-3AD203B41FA5}">
                      <a16:colId xmlns:a16="http://schemas.microsoft.com/office/drawing/2014/main" val="3661887965"/>
                    </a:ext>
                  </a:extLst>
                </a:gridCol>
                <a:gridCol w="918738">
                  <a:extLst>
                    <a:ext uri="{9D8B030D-6E8A-4147-A177-3AD203B41FA5}">
                      <a16:colId xmlns:a16="http://schemas.microsoft.com/office/drawing/2014/main" val="3097896325"/>
                    </a:ext>
                  </a:extLst>
                </a:gridCol>
                <a:gridCol w="918738">
                  <a:extLst>
                    <a:ext uri="{9D8B030D-6E8A-4147-A177-3AD203B41FA5}">
                      <a16:colId xmlns:a16="http://schemas.microsoft.com/office/drawing/2014/main" val="1600757113"/>
                    </a:ext>
                  </a:extLst>
                </a:gridCol>
                <a:gridCol w="918738">
                  <a:extLst>
                    <a:ext uri="{9D8B030D-6E8A-4147-A177-3AD203B41FA5}">
                      <a16:colId xmlns:a16="http://schemas.microsoft.com/office/drawing/2014/main" val="3904616837"/>
                    </a:ext>
                  </a:extLst>
                </a:gridCol>
              </a:tblGrid>
              <a:tr h="392113">
                <a:tc>
                  <a:txBody>
                    <a:bodyPr/>
                    <a:lstStyle/>
                    <a:p>
                      <a:r>
                        <a:rPr lang="en-US" dirty="0"/>
                        <a:t>x</a:t>
                      </a:r>
                      <a:endParaRPr lang="en-IN" dirty="0"/>
                    </a:p>
                  </a:txBody>
                  <a:tcPr/>
                </a:tc>
                <a:tc>
                  <a:txBody>
                    <a:bodyPr/>
                    <a:lstStyle/>
                    <a:p>
                      <a:r>
                        <a:rPr lang="en-US" dirty="0"/>
                        <a:t>y</a:t>
                      </a:r>
                      <a:endParaRPr lang="en-IN" dirty="0"/>
                    </a:p>
                  </a:txBody>
                  <a:tcPr/>
                </a:tc>
                <a:tc>
                  <a:txBody>
                    <a:bodyPr/>
                    <a:lstStyle/>
                    <a:p>
                      <a:r>
                        <a:rPr lang="en-US" dirty="0"/>
                        <a:t>month</a:t>
                      </a:r>
                      <a:endParaRPr lang="en-IN" dirty="0"/>
                    </a:p>
                  </a:txBody>
                  <a:tcPr/>
                </a:tc>
                <a:tc>
                  <a:txBody>
                    <a:bodyPr/>
                    <a:lstStyle/>
                    <a:p>
                      <a:r>
                        <a:rPr lang="en-US" dirty="0"/>
                        <a:t>day</a:t>
                      </a:r>
                      <a:endParaRPr lang="en-IN" dirty="0"/>
                    </a:p>
                  </a:txBody>
                  <a:tcPr/>
                </a:tc>
                <a:tc>
                  <a:txBody>
                    <a:bodyPr/>
                    <a:lstStyle/>
                    <a:p>
                      <a:r>
                        <a:rPr lang="en-US" dirty="0"/>
                        <a:t>FFMC</a:t>
                      </a:r>
                      <a:endParaRPr lang="en-IN" dirty="0"/>
                    </a:p>
                  </a:txBody>
                  <a:tcPr/>
                </a:tc>
                <a:tc>
                  <a:txBody>
                    <a:bodyPr/>
                    <a:lstStyle/>
                    <a:p>
                      <a:r>
                        <a:rPr lang="en-US" dirty="0"/>
                        <a:t>DMC</a:t>
                      </a:r>
                      <a:endParaRPr lang="en-IN" dirty="0"/>
                    </a:p>
                  </a:txBody>
                  <a:tcPr/>
                </a:tc>
                <a:tc>
                  <a:txBody>
                    <a:bodyPr/>
                    <a:lstStyle/>
                    <a:p>
                      <a:r>
                        <a:rPr lang="en-US" dirty="0"/>
                        <a:t>DC</a:t>
                      </a:r>
                      <a:endParaRPr lang="en-IN" dirty="0"/>
                    </a:p>
                  </a:txBody>
                  <a:tcPr/>
                </a:tc>
                <a:tc>
                  <a:txBody>
                    <a:bodyPr/>
                    <a:lstStyle/>
                    <a:p>
                      <a:r>
                        <a:rPr lang="en-US" dirty="0"/>
                        <a:t>ISI</a:t>
                      </a:r>
                      <a:endParaRPr lang="en-IN" dirty="0"/>
                    </a:p>
                  </a:txBody>
                  <a:tcPr/>
                </a:tc>
                <a:tc>
                  <a:txBody>
                    <a:bodyPr/>
                    <a:lstStyle/>
                    <a:p>
                      <a:r>
                        <a:rPr lang="en-US" dirty="0"/>
                        <a:t>temp</a:t>
                      </a:r>
                      <a:endParaRPr lang="en-IN" dirty="0"/>
                    </a:p>
                  </a:txBody>
                  <a:tcPr/>
                </a:tc>
                <a:tc>
                  <a:txBody>
                    <a:bodyPr/>
                    <a:lstStyle/>
                    <a:p>
                      <a:r>
                        <a:rPr lang="en-US" dirty="0"/>
                        <a:t>RH</a:t>
                      </a:r>
                      <a:endParaRPr lang="en-IN" dirty="0"/>
                    </a:p>
                  </a:txBody>
                  <a:tcPr/>
                </a:tc>
                <a:tc>
                  <a:txBody>
                    <a:bodyPr/>
                    <a:lstStyle/>
                    <a:p>
                      <a:r>
                        <a:rPr lang="en-US" dirty="0"/>
                        <a:t>WID</a:t>
                      </a:r>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515707518"/>
                  </a:ext>
                </a:extLst>
              </a:tr>
              <a:tr h="392113">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009895352"/>
                  </a:ext>
                </a:extLst>
              </a:tr>
              <a:tr h="392113">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516556899"/>
                  </a:ext>
                </a:extLst>
              </a:tr>
              <a:tr h="392113">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2806226423"/>
                  </a:ext>
                </a:extLst>
              </a:tr>
              <a:tr h="392113">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763757733"/>
                  </a:ext>
                </a:extLst>
              </a:tr>
              <a:tr h="392113">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3623344995"/>
                  </a:ext>
                </a:extLst>
              </a:tr>
              <a:tr h="392113">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450186439"/>
                  </a:ext>
                </a:extLst>
              </a:tr>
              <a:tr h="392113">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437091335"/>
                  </a:ext>
                </a:extLst>
              </a:tr>
              <a:tr h="392113">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1064144711"/>
                  </a:ext>
                </a:extLst>
              </a:tr>
            </a:tbl>
          </a:graphicData>
        </a:graphic>
      </p:graphicFrame>
      <p:graphicFrame>
        <p:nvGraphicFramePr>
          <p:cNvPr id="8" name="Table 7">
            <a:extLst>
              <a:ext uri="{FF2B5EF4-FFF2-40B4-BE49-F238E27FC236}">
                <a16:creationId xmlns:a16="http://schemas.microsoft.com/office/drawing/2014/main" id="{CBAAEE2E-7896-44D6-957C-221326DA175D}"/>
              </a:ext>
            </a:extLst>
          </p:cNvPr>
          <p:cNvGraphicFramePr>
            <a:graphicFrameLocks noGrp="1"/>
          </p:cNvGraphicFramePr>
          <p:nvPr>
            <p:extLst>
              <p:ext uri="{D42A27DB-BD31-4B8C-83A1-F6EECF244321}">
                <p14:modId xmlns:p14="http://schemas.microsoft.com/office/powerpoint/2010/main" val="748757747"/>
              </p:ext>
            </p:extLst>
          </p:nvPr>
        </p:nvGraphicFramePr>
        <p:xfrm>
          <a:off x="119819" y="2871788"/>
          <a:ext cx="11943581" cy="5568383"/>
        </p:xfrm>
        <a:graphic>
          <a:graphicData uri="http://schemas.openxmlformats.org/drawingml/2006/table">
            <a:tbl>
              <a:tblPr firstRow="1" bandRow="1">
                <a:tableStyleId>{B301B821-A1FF-4177-AEE7-76D212191A09}</a:tableStyleId>
              </a:tblPr>
              <a:tblGrid>
                <a:gridCol w="918737">
                  <a:extLst>
                    <a:ext uri="{9D8B030D-6E8A-4147-A177-3AD203B41FA5}">
                      <a16:colId xmlns:a16="http://schemas.microsoft.com/office/drawing/2014/main" val="3755596667"/>
                    </a:ext>
                  </a:extLst>
                </a:gridCol>
                <a:gridCol w="918737">
                  <a:extLst>
                    <a:ext uri="{9D8B030D-6E8A-4147-A177-3AD203B41FA5}">
                      <a16:colId xmlns:a16="http://schemas.microsoft.com/office/drawing/2014/main" val="1362314595"/>
                    </a:ext>
                  </a:extLst>
                </a:gridCol>
                <a:gridCol w="918737">
                  <a:extLst>
                    <a:ext uri="{9D8B030D-6E8A-4147-A177-3AD203B41FA5}">
                      <a16:colId xmlns:a16="http://schemas.microsoft.com/office/drawing/2014/main" val="932425677"/>
                    </a:ext>
                  </a:extLst>
                </a:gridCol>
                <a:gridCol w="918737">
                  <a:extLst>
                    <a:ext uri="{9D8B030D-6E8A-4147-A177-3AD203B41FA5}">
                      <a16:colId xmlns:a16="http://schemas.microsoft.com/office/drawing/2014/main" val="2588886370"/>
                    </a:ext>
                  </a:extLst>
                </a:gridCol>
                <a:gridCol w="918737">
                  <a:extLst>
                    <a:ext uri="{9D8B030D-6E8A-4147-A177-3AD203B41FA5}">
                      <a16:colId xmlns:a16="http://schemas.microsoft.com/office/drawing/2014/main" val="3992505449"/>
                    </a:ext>
                  </a:extLst>
                </a:gridCol>
                <a:gridCol w="918737">
                  <a:extLst>
                    <a:ext uri="{9D8B030D-6E8A-4147-A177-3AD203B41FA5}">
                      <a16:colId xmlns:a16="http://schemas.microsoft.com/office/drawing/2014/main" val="4235877151"/>
                    </a:ext>
                  </a:extLst>
                </a:gridCol>
                <a:gridCol w="918737">
                  <a:extLst>
                    <a:ext uri="{9D8B030D-6E8A-4147-A177-3AD203B41FA5}">
                      <a16:colId xmlns:a16="http://schemas.microsoft.com/office/drawing/2014/main" val="1467467187"/>
                    </a:ext>
                  </a:extLst>
                </a:gridCol>
                <a:gridCol w="918737">
                  <a:extLst>
                    <a:ext uri="{9D8B030D-6E8A-4147-A177-3AD203B41FA5}">
                      <a16:colId xmlns:a16="http://schemas.microsoft.com/office/drawing/2014/main" val="1581676841"/>
                    </a:ext>
                  </a:extLst>
                </a:gridCol>
                <a:gridCol w="918737">
                  <a:extLst>
                    <a:ext uri="{9D8B030D-6E8A-4147-A177-3AD203B41FA5}">
                      <a16:colId xmlns:a16="http://schemas.microsoft.com/office/drawing/2014/main" val="2243152076"/>
                    </a:ext>
                  </a:extLst>
                </a:gridCol>
                <a:gridCol w="918737">
                  <a:extLst>
                    <a:ext uri="{9D8B030D-6E8A-4147-A177-3AD203B41FA5}">
                      <a16:colId xmlns:a16="http://schemas.microsoft.com/office/drawing/2014/main" val="4229954761"/>
                    </a:ext>
                  </a:extLst>
                </a:gridCol>
                <a:gridCol w="918737">
                  <a:extLst>
                    <a:ext uri="{9D8B030D-6E8A-4147-A177-3AD203B41FA5}">
                      <a16:colId xmlns:a16="http://schemas.microsoft.com/office/drawing/2014/main" val="1587468504"/>
                    </a:ext>
                  </a:extLst>
                </a:gridCol>
                <a:gridCol w="918737">
                  <a:extLst>
                    <a:ext uri="{9D8B030D-6E8A-4147-A177-3AD203B41FA5}">
                      <a16:colId xmlns:a16="http://schemas.microsoft.com/office/drawing/2014/main" val="754292234"/>
                    </a:ext>
                  </a:extLst>
                </a:gridCol>
                <a:gridCol w="918737">
                  <a:extLst>
                    <a:ext uri="{9D8B030D-6E8A-4147-A177-3AD203B41FA5}">
                      <a16:colId xmlns:a16="http://schemas.microsoft.com/office/drawing/2014/main" val="1359411756"/>
                    </a:ext>
                  </a:extLst>
                </a:gridCol>
              </a:tblGrid>
              <a:tr h="936695">
                <a:tc>
                  <a:txBody>
                    <a:bodyPr/>
                    <a:lstStyle/>
                    <a:p>
                      <a:r>
                        <a:rPr lang="en-US" dirty="0"/>
                        <a:t>x</a:t>
                      </a:r>
                      <a:endParaRPr lang="en-IN" dirty="0"/>
                    </a:p>
                  </a:txBody>
                  <a:tcPr/>
                </a:tc>
                <a:tc>
                  <a:txBody>
                    <a:bodyPr/>
                    <a:lstStyle/>
                    <a:p>
                      <a:r>
                        <a:rPr lang="en-US" dirty="0"/>
                        <a:t>y</a:t>
                      </a:r>
                      <a:endParaRPr lang="en-IN" dirty="0"/>
                    </a:p>
                  </a:txBody>
                  <a:tcPr/>
                </a:tc>
                <a:tc>
                  <a:txBody>
                    <a:bodyPr/>
                    <a:lstStyle/>
                    <a:p>
                      <a:r>
                        <a:rPr lang="en-US" dirty="0"/>
                        <a:t>Month</a:t>
                      </a:r>
                      <a:endParaRPr lang="en-IN" dirty="0"/>
                    </a:p>
                  </a:txBody>
                  <a:tcPr/>
                </a:tc>
                <a:tc>
                  <a:txBody>
                    <a:bodyPr/>
                    <a:lstStyle/>
                    <a:p>
                      <a:r>
                        <a:rPr lang="en-US" dirty="0"/>
                        <a:t>Day</a:t>
                      </a:r>
                      <a:endParaRPr lang="en-IN" dirty="0"/>
                    </a:p>
                  </a:txBody>
                  <a:tcPr/>
                </a:tc>
                <a:tc>
                  <a:txBody>
                    <a:bodyPr/>
                    <a:lstStyle/>
                    <a:p>
                      <a:r>
                        <a:rPr lang="en-US" dirty="0"/>
                        <a:t>FFMC</a:t>
                      </a:r>
                      <a:endParaRPr lang="en-IN" dirty="0"/>
                    </a:p>
                  </a:txBody>
                  <a:tcPr/>
                </a:tc>
                <a:tc>
                  <a:txBody>
                    <a:bodyPr/>
                    <a:lstStyle/>
                    <a:p>
                      <a:r>
                        <a:rPr lang="en-US" dirty="0"/>
                        <a:t>DMC</a:t>
                      </a:r>
                      <a:endParaRPr lang="en-IN" dirty="0"/>
                    </a:p>
                  </a:txBody>
                  <a:tcPr/>
                </a:tc>
                <a:tc>
                  <a:txBody>
                    <a:bodyPr/>
                    <a:lstStyle/>
                    <a:p>
                      <a:r>
                        <a:rPr lang="en-US" dirty="0"/>
                        <a:t>DC</a:t>
                      </a:r>
                      <a:endParaRPr lang="en-IN" dirty="0"/>
                    </a:p>
                  </a:txBody>
                  <a:tcPr/>
                </a:tc>
                <a:tc>
                  <a:txBody>
                    <a:bodyPr/>
                    <a:lstStyle/>
                    <a:p>
                      <a:r>
                        <a:rPr lang="en-US" dirty="0"/>
                        <a:t>ISI</a:t>
                      </a:r>
                      <a:endParaRPr lang="en-IN" dirty="0"/>
                    </a:p>
                  </a:txBody>
                  <a:tcPr/>
                </a:tc>
                <a:tc>
                  <a:txBody>
                    <a:bodyPr/>
                    <a:lstStyle/>
                    <a:p>
                      <a:r>
                        <a:rPr lang="en-US" dirty="0"/>
                        <a:t>temp</a:t>
                      </a:r>
                      <a:endParaRPr lang="en-IN" dirty="0"/>
                    </a:p>
                  </a:txBody>
                  <a:tcPr/>
                </a:tc>
                <a:tc>
                  <a:txBody>
                    <a:bodyPr/>
                    <a:lstStyle/>
                    <a:p>
                      <a:r>
                        <a:rPr lang="en-US" dirty="0"/>
                        <a:t>RH</a:t>
                      </a:r>
                      <a:endParaRPr lang="en-IN" dirty="0"/>
                    </a:p>
                  </a:txBody>
                  <a:tcPr/>
                </a:tc>
                <a:tc>
                  <a:txBody>
                    <a:bodyPr/>
                    <a:lstStyle/>
                    <a:p>
                      <a:r>
                        <a:rPr lang="en-US" dirty="0"/>
                        <a:t>Wind</a:t>
                      </a:r>
                      <a:endParaRPr lang="en-IN" dirty="0"/>
                    </a:p>
                  </a:txBody>
                  <a:tcPr/>
                </a:tc>
                <a:tc>
                  <a:txBody>
                    <a:bodyPr/>
                    <a:lstStyle/>
                    <a:p>
                      <a:r>
                        <a:rPr lang="en-US" dirty="0"/>
                        <a:t>rain</a:t>
                      </a:r>
                      <a:endParaRPr lang="en-IN" dirty="0"/>
                    </a:p>
                  </a:txBody>
                  <a:tcPr/>
                </a:tc>
                <a:tc>
                  <a:txBody>
                    <a:bodyPr/>
                    <a:lstStyle/>
                    <a:p>
                      <a:endParaRPr lang="en-IN"/>
                    </a:p>
                  </a:txBody>
                  <a:tcPr/>
                </a:tc>
                <a:extLst>
                  <a:ext uri="{0D108BD9-81ED-4DB2-BD59-A6C34878D82A}">
                    <a16:rowId xmlns:a16="http://schemas.microsoft.com/office/drawing/2014/main" val="153467983"/>
                  </a:ext>
                </a:extLst>
              </a:tr>
              <a:tr h="514632">
                <a:tc>
                  <a:txBody>
                    <a:bodyPr/>
                    <a:lstStyle/>
                    <a:p>
                      <a:r>
                        <a:rPr lang="en-US" dirty="0"/>
                        <a:t>7</a:t>
                      </a:r>
                      <a:endParaRPr lang="en-IN" dirty="0"/>
                    </a:p>
                  </a:txBody>
                  <a:tcPr/>
                </a:tc>
                <a:tc>
                  <a:txBody>
                    <a:bodyPr/>
                    <a:lstStyle/>
                    <a:p>
                      <a:r>
                        <a:rPr lang="en-US" dirty="0"/>
                        <a:t>5</a:t>
                      </a:r>
                    </a:p>
                  </a:txBody>
                  <a:tcPr/>
                </a:tc>
                <a:tc>
                  <a:txBody>
                    <a:bodyPr/>
                    <a:lstStyle/>
                    <a:p>
                      <a:r>
                        <a:rPr lang="en-US" dirty="0"/>
                        <a:t>Mar</a:t>
                      </a:r>
                      <a:endParaRPr lang="en-IN" dirty="0"/>
                    </a:p>
                  </a:txBody>
                  <a:tcPr/>
                </a:tc>
                <a:tc>
                  <a:txBody>
                    <a:bodyPr/>
                    <a:lstStyle/>
                    <a:p>
                      <a:r>
                        <a:rPr lang="en-US" dirty="0"/>
                        <a:t>Fri</a:t>
                      </a:r>
                      <a:endParaRPr lang="en-IN" dirty="0"/>
                    </a:p>
                  </a:txBody>
                  <a:tcPr/>
                </a:tc>
                <a:tc>
                  <a:txBody>
                    <a:bodyPr/>
                    <a:lstStyle/>
                    <a:p>
                      <a:r>
                        <a:rPr lang="en-US" dirty="0"/>
                        <a:t>86.2</a:t>
                      </a:r>
                      <a:endParaRPr lang="en-IN" dirty="0"/>
                    </a:p>
                  </a:txBody>
                  <a:tcPr/>
                </a:tc>
                <a:tc>
                  <a:txBody>
                    <a:bodyPr/>
                    <a:lstStyle/>
                    <a:p>
                      <a:r>
                        <a:rPr lang="en-US" dirty="0"/>
                        <a:t>26.3</a:t>
                      </a:r>
                      <a:endParaRPr lang="en-IN" dirty="0"/>
                    </a:p>
                  </a:txBody>
                  <a:tcPr/>
                </a:tc>
                <a:tc>
                  <a:txBody>
                    <a:bodyPr/>
                    <a:lstStyle/>
                    <a:p>
                      <a:r>
                        <a:rPr lang="en-US" dirty="0"/>
                        <a:t>94.3</a:t>
                      </a:r>
                      <a:endParaRPr lang="en-IN" dirty="0"/>
                    </a:p>
                  </a:txBody>
                  <a:tcPr/>
                </a:tc>
                <a:tc>
                  <a:txBody>
                    <a:bodyPr/>
                    <a:lstStyle/>
                    <a:p>
                      <a:r>
                        <a:rPr lang="en-US" dirty="0"/>
                        <a:t>5.1</a:t>
                      </a:r>
                      <a:endParaRPr lang="en-IN" dirty="0"/>
                    </a:p>
                  </a:txBody>
                  <a:tcPr/>
                </a:tc>
                <a:tc>
                  <a:txBody>
                    <a:bodyPr/>
                    <a:lstStyle/>
                    <a:p>
                      <a:r>
                        <a:rPr lang="en-US" dirty="0"/>
                        <a:t>8.2</a:t>
                      </a:r>
                      <a:endParaRPr lang="en-IN" dirty="0"/>
                    </a:p>
                  </a:txBody>
                  <a:tcPr/>
                </a:tc>
                <a:tc>
                  <a:txBody>
                    <a:bodyPr/>
                    <a:lstStyle/>
                    <a:p>
                      <a:r>
                        <a:rPr lang="en-US" dirty="0"/>
                        <a:t>51</a:t>
                      </a:r>
                      <a:endParaRPr lang="en-IN" dirty="0"/>
                    </a:p>
                  </a:txBody>
                  <a:tcPr/>
                </a:tc>
                <a:tc>
                  <a:txBody>
                    <a:bodyPr/>
                    <a:lstStyle/>
                    <a:p>
                      <a:r>
                        <a:rPr lang="en-US" dirty="0"/>
                        <a:t>6.7</a:t>
                      </a:r>
                      <a:endParaRPr lang="en-IN" dirty="0"/>
                    </a:p>
                  </a:txBody>
                  <a:tcPr/>
                </a:tc>
                <a:tc>
                  <a:txBody>
                    <a:bodyPr/>
                    <a:lstStyle/>
                    <a:p>
                      <a:r>
                        <a:rPr lang="en-US" dirty="0"/>
                        <a:t>0.0</a:t>
                      </a:r>
                      <a:endParaRPr lang="en-IN" dirty="0"/>
                    </a:p>
                  </a:txBody>
                  <a:tcPr/>
                </a:tc>
                <a:tc>
                  <a:txBody>
                    <a:bodyPr/>
                    <a:lstStyle/>
                    <a:p>
                      <a:r>
                        <a:rPr lang="en-US" dirty="0"/>
                        <a:t>0.0</a:t>
                      </a:r>
                      <a:endParaRPr lang="en-IN" dirty="0"/>
                    </a:p>
                  </a:txBody>
                  <a:tcPr/>
                </a:tc>
                <a:extLst>
                  <a:ext uri="{0D108BD9-81ED-4DB2-BD59-A6C34878D82A}">
                    <a16:rowId xmlns:a16="http://schemas.microsoft.com/office/drawing/2014/main" val="1171704747"/>
                  </a:ext>
                </a:extLst>
              </a:tr>
              <a:tr h="514632">
                <a:tc>
                  <a:txBody>
                    <a:bodyPr/>
                    <a:lstStyle/>
                    <a:p>
                      <a:r>
                        <a:rPr lang="en-US" dirty="0"/>
                        <a:t>7</a:t>
                      </a:r>
                      <a:endParaRPr lang="en-IN" dirty="0"/>
                    </a:p>
                  </a:txBody>
                  <a:tcPr/>
                </a:tc>
                <a:tc>
                  <a:txBody>
                    <a:bodyPr/>
                    <a:lstStyle/>
                    <a:p>
                      <a:r>
                        <a:rPr lang="en-US" dirty="0"/>
                        <a:t>4</a:t>
                      </a:r>
                      <a:endParaRPr lang="en-IN" dirty="0"/>
                    </a:p>
                  </a:txBody>
                  <a:tcPr/>
                </a:tc>
                <a:tc>
                  <a:txBody>
                    <a:bodyPr/>
                    <a:lstStyle/>
                    <a:p>
                      <a:r>
                        <a:rPr lang="en-US" dirty="0"/>
                        <a:t>Oct</a:t>
                      </a:r>
                      <a:endParaRPr lang="en-IN" dirty="0"/>
                    </a:p>
                  </a:txBody>
                  <a:tcPr/>
                </a:tc>
                <a:tc>
                  <a:txBody>
                    <a:bodyPr/>
                    <a:lstStyle/>
                    <a:p>
                      <a:r>
                        <a:rPr lang="en-US" dirty="0"/>
                        <a:t>Tue</a:t>
                      </a:r>
                      <a:endParaRPr lang="en-IN" dirty="0"/>
                    </a:p>
                  </a:txBody>
                  <a:tcPr/>
                </a:tc>
                <a:tc>
                  <a:txBody>
                    <a:bodyPr/>
                    <a:lstStyle/>
                    <a:p>
                      <a:r>
                        <a:rPr lang="en-US" dirty="0"/>
                        <a:t>90.2</a:t>
                      </a:r>
                      <a:endParaRPr lang="en-IN" dirty="0"/>
                    </a:p>
                  </a:txBody>
                  <a:tcPr/>
                </a:tc>
                <a:tc>
                  <a:txBody>
                    <a:bodyPr/>
                    <a:lstStyle/>
                    <a:p>
                      <a:r>
                        <a:rPr lang="en-US" dirty="0"/>
                        <a:t> </a:t>
                      </a:r>
                      <a:r>
                        <a:rPr lang="en-IN" dirty="0"/>
                        <a:t>  35.4</a:t>
                      </a:r>
                    </a:p>
                  </a:txBody>
                  <a:tcPr/>
                </a:tc>
                <a:tc>
                  <a:txBody>
                    <a:bodyPr/>
                    <a:lstStyle/>
                    <a:p>
                      <a:r>
                        <a:rPr lang="en-US" dirty="0"/>
                        <a:t>669.1</a:t>
                      </a:r>
                      <a:endParaRPr lang="en-IN" dirty="0"/>
                    </a:p>
                  </a:txBody>
                  <a:tcPr/>
                </a:tc>
                <a:tc>
                  <a:txBody>
                    <a:bodyPr/>
                    <a:lstStyle/>
                    <a:p>
                      <a:r>
                        <a:rPr lang="en-US" dirty="0"/>
                        <a:t>6.7</a:t>
                      </a:r>
                      <a:endParaRPr lang="en-IN" dirty="0"/>
                    </a:p>
                  </a:txBody>
                  <a:tcPr/>
                </a:tc>
                <a:tc>
                  <a:txBody>
                    <a:bodyPr/>
                    <a:lstStyle/>
                    <a:p>
                      <a:r>
                        <a:rPr lang="en-US" dirty="0"/>
                        <a:t>18.0</a:t>
                      </a:r>
                      <a:endParaRPr lang="en-IN" dirty="0"/>
                    </a:p>
                  </a:txBody>
                  <a:tcPr/>
                </a:tc>
                <a:tc>
                  <a:txBody>
                    <a:bodyPr/>
                    <a:lstStyle/>
                    <a:p>
                      <a:r>
                        <a:rPr lang="en-US" dirty="0"/>
                        <a:t>33</a:t>
                      </a:r>
                      <a:endParaRPr lang="en-IN" dirty="0"/>
                    </a:p>
                  </a:txBody>
                  <a:tcPr/>
                </a:tc>
                <a:tc>
                  <a:txBody>
                    <a:bodyPr/>
                    <a:lstStyle/>
                    <a:p>
                      <a:r>
                        <a:rPr lang="en-US" dirty="0"/>
                        <a:t>0.9</a:t>
                      </a:r>
                      <a:endParaRPr lang="en-IN" dirty="0"/>
                    </a:p>
                  </a:txBody>
                  <a:tcPr/>
                </a:tc>
                <a:tc>
                  <a:txBody>
                    <a:bodyPr/>
                    <a:lstStyle/>
                    <a:p>
                      <a:r>
                        <a:rPr lang="en-US" dirty="0"/>
                        <a:t>0.0</a:t>
                      </a:r>
                      <a:endParaRPr lang="en-IN" dirty="0"/>
                    </a:p>
                  </a:txBody>
                  <a:tcPr/>
                </a:tc>
                <a:tc>
                  <a:txBody>
                    <a:bodyPr/>
                    <a:lstStyle/>
                    <a:p>
                      <a:r>
                        <a:rPr lang="en-US" dirty="0"/>
                        <a:t>0.0</a:t>
                      </a:r>
                      <a:endParaRPr lang="en-IN" dirty="0"/>
                    </a:p>
                  </a:txBody>
                  <a:tcPr/>
                </a:tc>
                <a:extLst>
                  <a:ext uri="{0D108BD9-81ED-4DB2-BD59-A6C34878D82A}">
                    <a16:rowId xmlns:a16="http://schemas.microsoft.com/office/drawing/2014/main" val="3152642873"/>
                  </a:ext>
                </a:extLst>
              </a:tr>
              <a:tr h="514632">
                <a:tc>
                  <a:txBody>
                    <a:bodyPr/>
                    <a:lstStyle/>
                    <a:p>
                      <a:r>
                        <a:rPr lang="en-US" dirty="0"/>
                        <a:t>7</a:t>
                      </a:r>
                      <a:endParaRPr lang="en-IN" dirty="0"/>
                    </a:p>
                  </a:txBody>
                  <a:tcPr/>
                </a:tc>
                <a:tc>
                  <a:txBody>
                    <a:bodyPr/>
                    <a:lstStyle/>
                    <a:p>
                      <a:r>
                        <a:rPr lang="en-US" dirty="0"/>
                        <a:t>4</a:t>
                      </a:r>
                      <a:endParaRPr lang="en-IN" dirty="0"/>
                    </a:p>
                  </a:txBody>
                  <a:tcPr/>
                </a:tc>
                <a:tc>
                  <a:txBody>
                    <a:bodyPr/>
                    <a:lstStyle/>
                    <a:p>
                      <a:r>
                        <a:rPr lang="en-US" dirty="0"/>
                        <a:t>Oct</a:t>
                      </a:r>
                      <a:endParaRPr lang="en-IN" dirty="0"/>
                    </a:p>
                  </a:txBody>
                  <a:tcPr/>
                </a:tc>
                <a:tc>
                  <a:txBody>
                    <a:bodyPr/>
                    <a:lstStyle/>
                    <a:p>
                      <a:r>
                        <a:rPr lang="en-US" dirty="0"/>
                        <a:t>Sat</a:t>
                      </a:r>
                      <a:endParaRPr lang="en-IN" dirty="0"/>
                    </a:p>
                  </a:txBody>
                  <a:tcPr/>
                </a:tc>
                <a:tc>
                  <a:txBody>
                    <a:bodyPr/>
                    <a:lstStyle/>
                    <a:p>
                      <a:r>
                        <a:rPr lang="en-US" dirty="0"/>
                        <a:t>90.2</a:t>
                      </a:r>
                      <a:endParaRPr lang="en-IN" dirty="0"/>
                    </a:p>
                  </a:txBody>
                  <a:tcPr/>
                </a:tc>
                <a:tc>
                  <a:txBody>
                    <a:bodyPr/>
                    <a:lstStyle/>
                    <a:p>
                      <a:r>
                        <a:rPr lang="en-US" dirty="0"/>
                        <a:t>43.7</a:t>
                      </a:r>
                      <a:endParaRPr lang="en-IN" dirty="0"/>
                    </a:p>
                  </a:txBody>
                  <a:tcPr/>
                </a:tc>
                <a:tc>
                  <a:txBody>
                    <a:bodyPr/>
                    <a:lstStyle/>
                    <a:p>
                      <a:r>
                        <a:rPr lang="en-US" dirty="0"/>
                        <a:t>686.9</a:t>
                      </a:r>
                      <a:endParaRPr lang="en-IN" dirty="0"/>
                    </a:p>
                  </a:txBody>
                  <a:tcPr/>
                </a:tc>
                <a:tc>
                  <a:txBody>
                    <a:bodyPr/>
                    <a:lstStyle/>
                    <a:p>
                      <a:r>
                        <a:rPr lang="en-US" dirty="0"/>
                        <a:t>6.7</a:t>
                      </a:r>
                      <a:endParaRPr lang="en-IN" dirty="0"/>
                    </a:p>
                  </a:txBody>
                  <a:tcPr/>
                </a:tc>
                <a:tc>
                  <a:txBody>
                    <a:bodyPr/>
                    <a:lstStyle/>
                    <a:p>
                      <a:r>
                        <a:rPr lang="en-US" dirty="0"/>
                        <a:t>14.6</a:t>
                      </a:r>
                      <a:endParaRPr lang="en-IN" dirty="0"/>
                    </a:p>
                  </a:txBody>
                  <a:tcPr/>
                </a:tc>
                <a:tc>
                  <a:txBody>
                    <a:bodyPr/>
                    <a:lstStyle/>
                    <a:p>
                      <a:r>
                        <a:rPr lang="en-US" dirty="0"/>
                        <a:t>33</a:t>
                      </a:r>
                      <a:endParaRPr lang="en-IN" dirty="0"/>
                    </a:p>
                  </a:txBody>
                  <a:tcPr/>
                </a:tc>
                <a:tc>
                  <a:txBody>
                    <a:bodyPr/>
                    <a:lstStyle/>
                    <a:p>
                      <a:r>
                        <a:rPr lang="en-US" dirty="0"/>
                        <a:t>1.3</a:t>
                      </a:r>
                      <a:endParaRPr lang="en-IN" dirty="0"/>
                    </a:p>
                  </a:txBody>
                  <a:tcPr/>
                </a:tc>
                <a:tc>
                  <a:txBody>
                    <a:bodyPr/>
                    <a:lstStyle/>
                    <a:p>
                      <a:r>
                        <a:rPr lang="en-US" dirty="0"/>
                        <a:t>0.0</a:t>
                      </a:r>
                      <a:endParaRPr lang="en-IN" dirty="0"/>
                    </a:p>
                  </a:txBody>
                  <a:tcPr/>
                </a:tc>
                <a:tc>
                  <a:txBody>
                    <a:bodyPr/>
                    <a:lstStyle/>
                    <a:p>
                      <a:r>
                        <a:rPr lang="en-US" dirty="0"/>
                        <a:t>0.0</a:t>
                      </a:r>
                      <a:endParaRPr lang="en-IN" dirty="0"/>
                    </a:p>
                  </a:txBody>
                  <a:tcPr/>
                </a:tc>
                <a:extLst>
                  <a:ext uri="{0D108BD9-81ED-4DB2-BD59-A6C34878D82A}">
                    <a16:rowId xmlns:a16="http://schemas.microsoft.com/office/drawing/2014/main" val="1571979131"/>
                  </a:ext>
                </a:extLst>
              </a:tr>
              <a:tr h="514632">
                <a:tc>
                  <a:txBody>
                    <a:bodyPr/>
                    <a:lstStyle/>
                    <a:p>
                      <a:r>
                        <a:rPr lang="en-US" dirty="0"/>
                        <a:t>8</a:t>
                      </a:r>
                      <a:endParaRPr lang="en-IN" dirty="0"/>
                    </a:p>
                  </a:txBody>
                  <a:tcPr/>
                </a:tc>
                <a:tc>
                  <a:txBody>
                    <a:bodyPr/>
                    <a:lstStyle/>
                    <a:p>
                      <a:r>
                        <a:rPr lang="en-US" dirty="0"/>
                        <a:t>6</a:t>
                      </a:r>
                      <a:endParaRPr lang="en-IN" dirty="0"/>
                    </a:p>
                  </a:txBody>
                  <a:tcPr/>
                </a:tc>
                <a:tc>
                  <a:txBody>
                    <a:bodyPr/>
                    <a:lstStyle/>
                    <a:p>
                      <a:r>
                        <a:rPr lang="en-US" dirty="0"/>
                        <a:t>Mar</a:t>
                      </a:r>
                      <a:endParaRPr lang="en-IN" dirty="0"/>
                    </a:p>
                  </a:txBody>
                  <a:tcPr/>
                </a:tc>
                <a:tc>
                  <a:txBody>
                    <a:bodyPr/>
                    <a:lstStyle/>
                    <a:p>
                      <a:r>
                        <a:rPr lang="en-US" dirty="0"/>
                        <a:t>Fri</a:t>
                      </a:r>
                      <a:endParaRPr lang="en-IN" dirty="0"/>
                    </a:p>
                  </a:txBody>
                  <a:tcPr/>
                </a:tc>
                <a:tc>
                  <a:txBody>
                    <a:bodyPr/>
                    <a:lstStyle/>
                    <a:p>
                      <a:r>
                        <a:rPr lang="en-US" dirty="0"/>
                        <a:t>91.2</a:t>
                      </a:r>
                      <a:endParaRPr lang="en-IN" dirty="0"/>
                    </a:p>
                  </a:txBody>
                  <a:tcPr/>
                </a:tc>
                <a:tc>
                  <a:txBody>
                    <a:bodyPr/>
                    <a:lstStyle/>
                    <a:p>
                      <a:r>
                        <a:rPr lang="en-US" dirty="0"/>
                        <a:t>33.3</a:t>
                      </a:r>
                      <a:endParaRPr lang="en-IN" dirty="0"/>
                    </a:p>
                  </a:txBody>
                  <a:tcPr/>
                </a:tc>
                <a:tc>
                  <a:txBody>
                    <a:bodyPr/>
                    <a:lstStyle/>
                    <a:p>
                      <a:r>
                        <a:rPr lang="en-US" dirty="0"/>
                        <a:t>77.5</a:t>
                      </a:r>
                      <a:endParaRPr lang="en-IN" dirty="0"/>
                    </a:p>
                  </a:txBody>
                  <a:tcPr/>
                </a:tc>
                <a:tc>
                  <a:txBody>
                    <a:bodyPr/>
                    <a:lstStyle/>
                    <a:p>
                      <a:r>
                        <a:rPr lang="en-US" dirty="0"/>
                        <a:t>9.0</a:t>
                      </a:r>
                      <a:endParaRPr lang="en-IN" dirty="0"/>
                    </a:p>
                  </a:txBody>
                  <a:tcPr/>
                </a:tc>
                <a:tc>
                  <a:txBody>
                    <a:bodyPr/>
                    <a:lstStyle/>
                    <a:p>
                      <a:r>
                        <a:rPr lang="en-US" dirty="0"/>
                        <a:t>8.3</a:t>
                      </a:r>
                      <a:endParaRPr lang="en-IN" dirty="0"/>
                    </a:p>
                  </a:txBody>
                  <a:tcPr/>
                </a:tc>
                <a:tc>
                  <a:txBody>
                    <a:bodyPr/>
                    <a:lstStyle/>
                    <a:p>
                      <a:r>
                        <a:rPr lang="en-US" dirty="0"/>
                        <a:t>97</a:t>
                      </a:r>
                      <a:endParaRPr lang="en-IN" dirty="0"/>
                    </a:p>
                  </a:txBody>
                  <a:tcPr/>
                </a:tc>
                <a:tc>
                  <a:txBody>
                    <a:bodyPr/>
                    <a:lstStyle/>
                    <a:p>
                      <a:r>
                        <a:rPr lang="en-US" dirty="0"/>
                        <a:t>4</a:t>
                      </a:r>
                      <a:endParaRPr lang="en-IN" dirty="0"/>
                    </a:p>
                  </a:txBody>
                  <a:tcPr/>
                </a:tc>
                <a:tc>
                  <a:txBody>
                    <a:bodyPr/>
                    <a:lstStyle/>
                    <a:p>
                      <a:r>
                        <a:rPr lang="en-US" dirty="0"/>
                        <a:t>0.2</a:t>
                      </a:r>
                      <a:endParaRPr lang="en-IN" dirty="0"/>
                    </a:p>
                  </a:txBody>
                  <a:tcPr/>
                </a:tc>
                <a:tc>
                  <a:txBody>
                    <a:bodyPr/>
                    <a:lstStyle/>
                    <a:p>
                      <a:r>
                        <a:rPr lang="en-US" dirty="0"/>
                        <a:t>0.0</a:t>
                      </a:r>
                      <a:endParaRPr lang="en-IN" dirty="0"/>
                    </a:p>
                  </a:txBody>
                  <a:tcPr/>
                </a:tc>
                <a:extLst>
                  <a:ext uri="{0D108BD9-81ED-4DB2-BD59-A6C34878D82A}">
                    <a16:rowId xmlns:a16="http://schemas.microsoft.com/office/drawing/2014/main" val="3510116779"/>
                  </a:ext>
                </a:extLst>
              </a:tr>
              <a:tr h="514632">
                <a:tc>
                  <a:txBody>
                    <a:bodyPr/>
                    <a:lstStyle/>
                    <a:p>
                      <a:r>
                        <a:rPr lang="en-US" dirty="0"/>
                        <a:t>8</a:t>
                      </a:r>
                      <a:endParaRPr lang="en-IN" dirty="0"/>
                    </a:p>
                  </a:txBody>
                  <a:tcPr/>
                </a:tc>
                <a:tc>
                  <a:txBody>
                    <a:bodyPr/>
                    <a:lstStyle/>
                    <a:p>
                      <a:r>
                        <a:rPr lang="en-US" dirty="0"/>
                        <a:t>6</a:t>
                      </a:r>
                      <a:endParaRPr lang="en-IN" dirty="0"/>
                    </a:p>
                  </a:txBody>
                  <a:tcPr/>
                </a:tc>
                <a:tc>
                  <a:txBody>
                    <a:bodyPr/>
                    <a:lstStyle/>
                    <a:p>
                      <a:r>
                        <a:rPr lang="en-US" dirty="0"/>
                        <a:t>Mar</a:t>
                      </a:r>
                      <a:endParaRPr lang="en-IN" dirty="0"/>
                    </a:p>
                  </a:txBody>
                  <a:tcPr/>
                </a:tc>
                <a:tc>
                  <a:txBody>
                    <a:bodyPr/>
                    <a:lstStyle/>
                    <a:p>
                      <a:r>
                        <a:rPr lang="en-US" dirty="0"/>
                        <a:t>Sun</a:t>
                      </a:r>
                      <a:endParaRPr lang="en-IN" dirty="0"/>
                    </a:p>
                  </a:txBody>
                  <a:tcPr/>
                </a:tc>
                <a:tc>
                  <a:txBody>
                    <a:bodyPr/>
                    <a:lstStyle/>
                    <a:p>
                      <a:r>
                        <a:rPr lang="en-US" dirty="0"/>
                        <a:t>89.3</a:t>
                      </a:r>
                      <a:endParaRPr lang="en-IN" dirty="0"/>
                    </a:p>
                  </a:txBody>
                  <a:tcPr/>
                </a:tc>
                <a:tc>
                  <a:txBody>
                    <a:bodyPr/>
                    <a:lstStyle/>
                    <a:p>
                      <a:r>
                        <a:rPr lang="en-US" dirty="0"/>
                        <a:t>51.3</a:t>
                      </a:r>
                      <a:endParaRPr lang="en-IN" dirty="0"/>
                    </a:p>
                  </a:txBody>
                  <a:tcPr/>
                </a:tc>
                <a:tc>
                  <a:txBody>
                    <a:bodyPr/>
                    <a:lstStyle/>
                    <a:p>
                      <a:r>
                        <a:rPr lang="en-US" dirty="0"/>
                        <a:t>102.2</a:t>
                      </a:r>
                      <a:endParaRPr lang="en-IN" dirty="0"/>
                    </a:p>
                  </a:txBody>
                  <a:tcPr/>
                </a:tc>
                <a:tc>
                  <a:txBody>
                    <a:bodyPr/>
                    <a:lstStyle/>
                    <a:p>
                      <a:r>
                        <a:rPr lang="en-US" dirty="0"/>
                        <a:t>9.6</a:t>
                      </a:r>
                      <a:endParaRPr lang="en-IN" dirty="0"/>
                    </a:p>
                  </a:txBody>
                  <a:tcPr/>
                </a:tc>
                <a:tc>
                  <a:txBody>
                    <a:bodyPr/>
                    <a:lstStyle/>
                    <a:p>
                      <a:r>
                        <a:rPr lang="en-US" dirty="0"/>
                        <a:t>11.4</a:t>
                      </a:r>
                      <a:endParaRPr lang="en-IN" dirty="0"/>
                    </a:p>
                  </a:txBody>
                  <a:tcPr/>
                </a:tc>
                <a:tc>
                  <a:txBody>
                    <a:bodyPr/>
                    <a:lstStyle/>
                    <a:p>
                      <a:r>
                        <a:rPr lang="en-US" dirty="0"/>
                        <a:t>99</a:t>
                      </a:r>
                      <a:endParaRPr lang="en-IN" dirty="0"/>
                    </a:p>
                  </a:txBody>
                  <a:tcPr/>
                </a:tc>
                <a:tc>
                  <a:txBody>
                    <a:bodyPr/>
                    <a:lstStyle/>
                    <a:p>
                      <a:r>
                        <a:rPr lang="en-US" dirty="0"/>
                        <a:t>1.8</a:t>
                      </a:r>
                      <a:endParaRPr lang="en-IN" dirty="0"/>
                    </a:p>
                  </a:txBody>
                  <a:tcPr/>
                </a:tc>
                <a:tc>
                  <a:txBody>
                    <a:bodyPr/>
                    <a:lstStyle/>
                    <a:p>
                      <a:r>
                        <a:rPr lang="en-US" dirty="0"/>
                        <a:t>0.0</a:t>
                      </a:r>
                      <a:endParaRPr lang="en-IN" dirty="0"/>
                    </a:p>
                  </a:txBody>
                  <a:tcPr/>
                </a:tc>
                <a:tc>
                  <a:txBody>
                    <a:bodyPr/>
                    <a:lstStyle/>
                    <a:p>
                      <a:r>
                        <a:rPr lang="en-US" dirty="0"/>
                        <a:t>0.0</a:t>
                      </a:r>
                      <a:endParaRPr lang="en-IN" dirty="0"/>
                    </a:p>
                  </a:txBody>
                  <a:tcPr/>
                </a:tc>
                <a:extLst>
                  <a:ext uri="{0D108BD9-81ED-4DB2-BD59-A6C34878D82A}">
                    <a16:rowId xmlns:a16="http://schemas.microsoft.com/office/drawing/2014/main" val="3037007862"/>
                  </a:ext>
                </a:extLst>
              </a:tr>
              <a:tr h="514632">
                <a:tc>
                  <a:txBody>
                    <a:bodyPr/>
                    <a:lstStyle/>
                    <a:p>
                      <a:r>
                        <a:rPr lang="en-US" dirty="0"/>
                        <a:t>8</a:t>
                      </a:r>
                      <a:endParaRPr lang="en-IN" dirty="0"/>
                    </a:p>
                  </a:txBody>
                  <a:tcPr/>
                </a:tc>
                <a:tc>
                  <a:txBody>
                    <a:bodyPr/>
                    <a:lstStyle/>
                    <a:p>
                      <a:r>
                        <a:rPr lang="en-US" dirty="0"/>
                        <a:t>6</a:t>
                      </a:r>
                      <a:endParaRPr lang="en-IN" dirty="0"/>
                    </a:p>
                  </a:txBody>
                  <a:tcPr/>
                </a:tc>
                <a:tc>
                  <a:txBody>
                    <a:bodyPr/>
                    <a:lstStyle/>
                    <a:p>
                      <a:r>
                        <a:rPr lang="en-US" dirty="0"/>
                        <a:t>Aug</a:t>
                      </a:r>
                      <a:endParaRPr lang="en-IN" dirty="0"/>
                    </a:p>
                  </a:txBody>
                  <a:tcPr/>
                </a:tc>
                <a:tc>
                  <a:txBody>
                    <a:bodyPr/>
                    <a:lstStyle/>
                    <a:p>
                      <a:r>
                        <a:rPr lang="en-US" dirty="0"/>
                        <a:t>Sun</a:t>
                      </a:r>
                      <a:endParaRPr lang="en-IN" dirty="0"/>
                    </a:p>
                  </a:txBody>
                  <a:tcPr/>
                </a:tc>
                <a:tc>
                  <a:txBody>
                    <a:bodyPr/>
                    <a:lstStyle/>
                    <a:p>
                      <a:r>
                        <a:rPr lang="en-US" dirty="0"/>
                        <a:t>92.3</a:t>
                      </a:r>
                      <a:endParaRPr lang="en-IN" dirty="0"/>
                    </a:p>
                  </a:txBody>
                  <a:tcPr/>
                </a:tc>
                <a:tc>
                  <a:txBody>
                    <a:bodyPr/>
                    <a:lstStyle/>
                    <a:p>
                      <a:r>
                        <a:rPr lang="en-US" dirty="0"/>
                        <a:t>85.3</a:t>
                      </a:r>
                      <a:endParaRPr lang="en-IN" dirty="0"/>
                    </a:p>
                  </a:txBody>
                  <a:tcPr/>
                </a:tc>
                <a:tc>
                  <a:txBody>
                    <a:bodyPr/>
                    <a:lstStyle/>
                    <a:p>
                      <a:r>
                        <a:rPr lang="en-US" dirty="0"/>
                        <a:t>488.0</a:t>
                      </a:r>
                      <a:endParaRPr lang="en-IN" dirty="0"/>
                    </a:p>
                  </a:txBody>
                  <a:tcPr/>
                </a:tc>
                <a:tc>
                  <a:txBody>
                    <a:bodyPr/>
                    <a:lstStyle/>
                    <a:p>
                      <a:r>
                        <a:rPr lang="en-US" dirty="0"/>
                        <a:t>14.7</a:t>
                      </a:r>
                      <a:endParaRPr lang="en-IN" dirty="0"/>
                    </a:p>
                  </a:txBody>
                  <a:tcPr/>
                </a:tc>
                <a:tc>
                  <a:txBody>
                    <a:bodyPr/>
                    <a:lstStyle/>
                    <a:p>
                      <a:r>
                        <a:rPr lang="en-US" dirty="0"/>
                        <a:t>22.2</a:t>
                      </a:r>
                      <a:endParaRPr lang="en-IN" dirty="0"/>
                    </a:p>
                  </a:txBody>
                  <a:tcPr/>
                </a:tc>
                <a:tc>
                  <a:txBody>
                    <a:bodyPr/>
                    <a:lstStyle/>
                    <a:p>
                      <a:r>
                        <a:rPr lang="en-US" dirty="0"/>
                        <a:t>29</a:t>
                      </a:r>
                      <a:endParaRPr lang="en-IN" dirty="0"/>
                    </a:p>
                  </a:txBody>
                  <a:tcPr/>
                </a:tc>
                <a:tc>
                  <a:txBody>
                    <a:bodyPr/>
                    <a:lstStyle/>
                    <a:p>
                      <a:r>
                        <a:rPr lang="en-US" dirty="0"/>
                        <a:t>5.4</a:t>
                      </a:r>
                      <a:endParaRPr lang="en-IN" dirty="0"/>
                    </a:p>
                  </a:txBody>
                  <a:tcPr/>
                </a:tc>
                <a:tc>
                  <a:txBody>
                    <a:bodyPr/>
                    <a:lstStyle/>
                    <a:p>
                      <a:r>
                        <a:rPr lang="en-US" dirty="0"/>
                        <a:t>0.0</a:t>
                      </a:r>
                      <a:endParaRPr lang="en-IN" dirty="0"/>
                    </a:p>
                  </a:txBody>
                  <a:tcPr/>
                </a:tc>
                <a:tc>
                  <a:txBody>
                    <a:bodyPr/>
                    <a:lstStyle/>
                    <a:p>
                      <a:r>
                        <a:rPr lang="en-US" dirty="0"/>
                        <a:t>0.0</a:t>
                      </a:r>
                      <a:endParaRPr lang="en-IN" dirty="0"/>
                    </a:p>
                  </a:txBody>
                  <a:tcPr/>
                </a:tc>
                <a:extLst>
                  <a:ext uri="{0D108BD9-81ED-4DB2-BD59-A6C34878D82A}">
                    <a16:rowId xmlns:a16="http://schemas.microsoft.com/office/drawing/2014/main" val="4129884798"/>
                  </a:ext>
                </a:extLst>
              </a:tr>
              <a:tr h="514632">
                <a:tc>
                  <a:txBody>
                    <a:bodyPr/>
                    <a:lstStyle/>
                    <a:p>
                      <a:r>
                        <a:rPr lang="en-US" dirty="0"/>
                        <a:t>8</a:t>
                      </a:r>
                      <a:endParaRPr lang="en-IN" dirty="0"/>
                    </a:p>
                  </a:txBody>
                  <a:tcPr/>
                </a:tc>
                <a:tc>
                  <a:txBody>
                    <a:bodyPr/>
                    <a:lstStyle/>
                    <a:p>
                      <a:r>
                        <a:rPr lang="en-US" dirty="0"/>
                        <a:t>6</a:t>
                      </a:r>
                      <a:endParaRPr lang="en-IN" dirty="0"/>
                    </a:p>
                  </a:txBody>
                  <a:tcPr/>
                </a:tc>
                <a:tc>
                  <a:txBody>
                    <a:bodyPr/>
                    <a:lstStyle/>
                    <a:p>
                      <a:r>
                        <a:rPr lang="en-US" dirty="0"/>
                        <a:t>Aug</a:t>
                      </a:r>
                      <a:endParaRPr lang="en-IN" dirty="0"/>
                    </a:p>
                  </a:txBody>
                  <a:tcPr/>
                </a:tc>
                <a:tc>
                  <a:txBody>
                    <a:bodyPr/>
                    <a:lstStyle/>
                    <a:p>
                      <a:r>
                        <a:rPr lang="en-US" dirty="0"/>
                        <a:t>Mon</a:t>
                      </a:r>
                      <a:endParaRPr lang="en-IN" dirty="0"/>
                    </a:p>
                  </a:txBody>
                  <a:tcPr/>
                </a:tc>
                <a:tc>
                  <a:txBody>
                    <a:bodyPr/>
                    <a:lstStyle/>
                    <a:p>
                      <a:r>
                        <a:rPr lang="en-US" dirty="0"/>
                        <a:t>92.3</a:t>
                      </a:r>
                      <a:endParaRPr lang="en-IN" dirty="0"/>
                    </a:p>
                  </a:txBody>
                  <a:tcPr/>
                </a:tc>
                <a:tc>
                  <a:txBody>
                    <a:bodyPr/>
                    <a:lstStyle/>
                    <a:p>
                      <a:r>
                        <a:rPr lang="en-US" dirty="0"/>
                        <a:t>88.9</a:t>
                      </a:r>
                      <a:endParaRPr lang="en-IN" dirty="0"/>
                    </a:p>
                  </a:txBody>
                  <a:tcPr/>
                </a:tc>
                <a:tc>
                  <a:txBody>
                    <a:bodyPr/>
                    <a:lstStyle/>
                    <a:p>
                      <a:r>
                        <a:rPr lang="en-US" dirty="0"/>
                        <a:t>495.6</a:t>
                      </a:r>
                      <a:endParaRPr lang="en-IN" dirty="0"/>
                    </a:p>
                  </a:txBody>
                  <a:tcPr/>
                </a:tc>
                <a:tc>
                  <a:txBody>
                    <a:bodyPr/>
                    <a:lstStyle/>
                    <a:p>
                      <a:r>
                        <a:rPr lang="en-US" dirty="0"/>
                        <a:t>8.5</a:t>
                      </a:r>
                      <a:endParaRPr lang="en-IN" dirty="0"/>
                    </a:p>
                  </a:txBody>
                  <a:tcPr/>
                </a:tc>
                <a:tc>
                  <a:txBody>
                    <a:bodyPr/>
                    <a:lstStyle/>
                    <a:p>
                      <a:r>
                        <a:rPr lang="en-US" dirty="0"/>
                        <a:t>24.1</a:t>
                      </a:r>
                      <a:endParaRPr lang="en-IN" dirty="0"/>
                    </a:p>
                  </a:txBody>
                  <a:tcPr/>
                </a:tc>
                <a:tc>
                  <a:txBody>
                    <a:bodyPr/>
                    <a:lstStyle/>
                    <a:p>
                      <a:r>
                        <a:rPr lang="en-US" dirty="0"/>
                        <a:t>27</a:t>
                      </a:r>
                      <a:endParaRPr lang="en-IN" dirty="0"/>
                    </a:p>
                  </a:txBody>
                  <a:tcPr/>
                </a:tc>
                <a:tc>
                  <a:txBody>
                    <a:bodyPr/>
                    <a:lstStyle/>
                    <a:p>
                      <a:r>
                        <a:rPr lang="en-US" dirty="0"/>
                        <a:t>3.1</a:t>
                      </a:r>
                      <a:endParaRPr lang="en-IN" dirty="0"/>
                    </a:p>
                  </a:txBody>
                  <a:tcPr/>
                </a:tc>
                <a:tc>
                  <a:txBody>
                    <a:bodyPr/>
                    <a:lstStyle/>
                    <a:p>
                      <a:r>
                        <a:rPr lang="en-US" dirty="0"/>
                        <a:t>0.0</a:t>
                      </a:r>
                      <a:endParaRPr lang="en-IN" dirty="0"/>
                    </a:p>
                  </a:txBody>
                  <a:tcPr/>
                </a:tc>
                <a:tc>
                  <a:txBody>
                    <a:bodyPr/>
                    <a:lstStyle/>
                    <a:p>
                      <a:r>
                        <a:rPr lang="en-US" dirty="0"/>
                        <a:t>0.0</a:t>
                      </a:r>
                      <a:endParaRPr lang="en-IN" dirty="0"/>
                    </a:p>
                  </a:txBody>
                  <a:tcPr/>
                </a:tc>
                <a:extLst>
                  <a:ext uri="{0D108BD9-81ED-4DB2-BD59-A6C34878D82A}">
                    <a16:rowId xmlns:a16="http://schemas.microsoft.com/office/drawing/2014/main" val="3639646022"/>
                  </a:ext>
                </a:extLst>
              </a:tr>
              <a:tr h="514632">
                <a:tc>
                  <a:txBody>
                    <a:bodyPr/>
                    <a:lstStyle/>
                    <a:p>
                      <a:r>
                        <a:rPr lang="en-US" dirty="0"/>
                        <a:t>8</a:t>
                      </a:r>
                      <a:endParaRPr lang="en-IN" dirty="0"/>
                    </a:p>
                  </a:txBody>
                  <a:tcPr/>
                </a:tc>
                <a:tc>
                  <a:txBody>
                    <a:bodyPr/>
                    <a:lstStyle/>
                    <a:p>
                      <a:r>
                        <a:rPr lang="en-US" dirty="0"/>
                        <a:t>6</a:t>
                      </a:r>
                      <a:endParaRPr lang="en-IN" dirty="0"/>
                    </a:p>
                  </a:txBody>
                  <a:tcPr/>
                </a:tc>
                <a:tc>
                  <a:txBody>
                    <a:bodyPr/>
                    <a:lstStyle/>
                    <a:p>
                      <a:r>
                        <a:rPr lang="en-US" dirty="0"/>
                        <a:t>Aug</a:t>
                      </a:r>
                      <a:endParaRPr lang="en-IN" dirty="0"/>
                    </a:p>
                  </a:txBody>
                  <a:tcPr/>
                </a:tc>
                <a:tc>
                  <a:txBody>
                    <a:bodyPr/>
                    <a:lstStyle/>
                    <a:p>
                      <a:r>
                        <a:rPr lang="en-US" dirty="0"/>
                        <a:t>Mon</a:t>
                      </a:r>
                      <a:endParaRPr lang="en-IN" dirty="0"/>
                    </a:p>
                  </a:txBody>
                  <a:tcPr/>
                </a:tc>
                <a:tc>
                  <a:txBody>
                    <a:bodyPr/>
                    <a:lstStyle/>
                    <a:p>
                      <a:r>
                        <a:rPr lang="en-US" dirty="0"/>
                        <a:t>91.5</a:t>
                      </a:r>
                      <a:endParaRPr lang="en-IN" dirty="0"/>
                    </a:p>
                  </a:txBody>
                  <a:tcPr/>
                </a:tc>
                <a:tc>
                  <a:txBody>
                    <a:bodyPr/>
                    <a:lstStyle/>
                    <a:p>
                      <a:r>
                        <a:rPr lang="en-US" dirty="0"/>
                        <a:t>145.4</a:t>
                      </a:r>
                      <a:endParaRPr lang="en-IN" dirty="0"/>
                    </a:p>
                  </a:txBody>
                  <a:tcPr/>
                </a:tc>
                <a:tc>
                  <a:txBody>
                    <a:bodyPr/>
                    <a:lstStyle/>
                    <a:p>
                      <a:r>
                        <a:rPr lang="en-US" dirty="0"/>
                        <a:t>608</a:t>
                      </a:r>
                      <a:r>
                        <a:rPr lang="en-IN" dirty="0"/>
                        <a:t>.2</a:t>
                      </a:r>
                      <a:endParaRPr lang="en-US" dirty="0"/>
                    </a:p>
                  </a:txBody>
                  <a:tcPr/>
                </a:tc>
                <a:tc>
                  <a:txBody>
                    <a:bodyPr/>
                    <a:lstStyle/>
                    <a:p>
                      <a:r>
                        <a:rPr lang="en-US" dirty="0"/>
                        <a:t>10.7</a:t>
                      </a:r>
                      <a:endParaRPr lang="en-IN" dirty="0"/>
                    </a:p>
                  </a:txBody>
                  <a:tcPr/>
                </a:tc>
                <a:tc>
                  <a:txBody>
                    <a:bodyPr/>
                    <a:lstStyle/>
                    <a:p>
                      <a:r>
                        <a:rPr lang="en-US" dirty="0"/>
                        <a:t>8.0</a:t>
                      </a:r>
                      <a:endParaRPr lang="en-IN" dirty="0"/>
                    </a:p>
                  </a:txBody>
                  <a:tcPr/>
                </a:tc>
                <a:tc>
                  <a:txBody>
                    <a:bodyPr/>
                    <a:lstStyle/>
                    <a:p>
                      <a:r>
                        <a:rPr lang="en-US" dirty="0"/>
                        <a:t>86</a:t>
                      </a:r>
                      <a:endParaRPr lang="en-IN" dirty="0"/>
                    </a:p>
                  </a:txBody>
                  <a:tcPr/>
                </a:tc>
                <a:tc>
                  <a:txBody>
                    <a:bodyPr/>
                    <a:lstStyle/>
                    <a:p>
                      <a:r>
                        <a:rPr lang="en-US" dirty="0"/>
                        <a:t>2.2</a:t>
                      </a:r>
                      <a:endParaRPr lang="en-IN" dirty="0"/>
                    </a:p>
                  </a:txBody>
                  <a:tcPr/>
                </a:tc>
                <a:tc>
                  <a:txBody>
                    <a:bodyPr/>
                    <a:lstStyle/>
                    <a:p>
                      <a:r>
                        <a:rPr lang="en-US" dirty="0"/>
                        <a:t>.0.0</a:t>
                      </a:r>
                      <a:endParaRPr lang="en-IN" dirty="0"/>
                    </a:p>
                  </a:txBody>
                  <a:tcPr/>
                </a:tc>
                <a:tc>
                  <a:txBody>
                    <a:bodyPr/>
                    <a:lstStyle/>
                    <a:p>
                      <a:r>
                        <a:rPr lang="en-US" dirty="0"/>
                        <a:t>0.0</a:t>
                      </a:r>
                      <a:endParaRPr lang="en-IN" dirty="0"/>
                    </a:p>
                  </a:txBody>
                  <a:tcPr/>
                </a:tc>
                <a:extLst>
                  <a:ext uri="{0D108BD9-81ED-4DB2-BD59-A6C34878D82A}">
                    <a16:rowId xmlns:a16="http://schemas.microsoft.com/office/drawing/2014/main" val="3321334689"/>
                  </a:ext>
                </a:extLst>
              </a:tr>
              <a:tr h="514632">
                <a:tc>
                  <a:txBody>
                    <a:bodyPr/>
                    <a:lstStyle/>
                    <a:p>
                      <a:r>
                        <a:rPr lang="en-US" dirty="0"/>
                        <a:t>8</a:t>
                      </a:r>
                      <a:endParaRPr lang="en-IN" dirty="0"/>
                    </a:p>
                  </a:txBody>
                  <a:tcPr/>
                </a:tc>
                <a:tc>
                  <a:txBody>
                    <a:bodyPr/>
                    <a:lstStyle/>
                    <a:p>
                      <a:r>
                        <a:rPr lang="en-US" dirty="0"/>
                        <a:t>6</a:t>
                      </a:r>
                      <a:endParaRPr lang="en-IN" dirty="0"/>
                    </a:p>
                  </a:txBody>
                  <a:tcPr/>
                </a:tc>
                <a:tc>
                  <a:txBody>
                    <a:bodyPr/>
                    <a:lstStyle/>
                    <a:p>
                      <a:r>
                        <a:rPr lang="en-US" dirty="0" err="1"/>
                        <a:t>aug</a:t>
                      </a:r>
                      <a:endParaRPr lang="en-IN" dirty="0"/>
                    </a:p>
                  </a:txBody>
                  <a:tcPr/>
                </a:tc>
                <a:tc>
                  <a:txBody>
                    <a:bodyPr/>
                    <a:lstStyle/>
                    <a:p>
                      <a:r>
                        <a:rPr lang="en-US" dirty="0"/>
                        <a:t>mon</a:t>
                      </a:r>
                      <a:endParaRPr lang="en-IN" dirty="0"/>
                    </a:p>
                  </a:txBody>
                  <a:tcPr/>
                </a:tc>
                <a:tc>
                  <a:txBody>
                    <a:bodyPr/>
                    <a:lstStyle/>
                    <a:p>
                      <a:r>
                        <a:rPr lang="en-US" dirty="0"/>
                        <a:t>91.5</a:t>
                      </a:r>
                      <a:endParaRPr lang="en-IN" dirty="0"/>
                    </a:p>
                  </a:txBody>
                  <a:tcPr/>
                </a:tc>
                <a:tc>
                  <a:txBody>
                    <a:bodyPr/>
                    <a:lstStyle/>
                    <a:p>
                      <a:r>
                        <a:rPr lang="en-US" dirty="0"/>
                        <a:t>145.4</a:t>
                      </a:r>
                      <a:endParaRPr lang="en-IN" dirty="0"/>
                    </a:p>
                  </a:txBody>
                  <a:tcPr/>
                </a:tc>
                <a:tc>
                  <a:txBody>
                    <a:bodyPr/>
                    <a:lstStyle/>
                    <a:p>
                      <a:r>
                        <a:rPr lang="en-US" dirty="0"/>
                        <a:t>608.2</a:t>
                      </a:r>
                      <a:endParaRPr lang="en-IN" dirty="0"/>
                    </a:p>
                  </a:txBody>
                  <a:tcPr/>
                </a:tc>
                <a:tc>
                  <a:txBody>
                    <a:bodyPr/>
                    <a:lstStyle/>
                    <a:p>
                      <a:r>
                        <a:rPr lang="en-US" dirty="0"/>
                        <a:t>10.7</a:t>
                      </a:r>
                      <a:endParaRPr lang="en-IN" dirty="0"/>
                    </a:p>
                  </a:txBody>
                  <a:tcPr/>
                </a:tc>
                <a:tc>
                  <a:txBody>
                    <a:bodyPr/>
                    <a:lstStyle/>
                    <a:p>
                      <a:r>
                        <a:rPr lang="en-US" dirty="0"/>
                        <a:t>8.0</a:t>
                      </a:r>
                      <a:endParaRPr lang="en-IN" dirty="0"/>
                    </a:p>
                  </a:txBody>
                  <a:tcPr/>
                </a:tc>
                <a:tc>
                  <a:txBody>
                    <a:bodyPr/>
                    <a:lstStyle/>
                    <a:p>
                      <a:r>
                        <a:rPr lang="en-US" dirty="0"/>
                        <a:t>86</a:t>
                      </a:r>
                      <a:endParaRPr lang="en-IN" dirty="0"/>
                    </a:p>
                  </a:txBody>
                  <a:tcPr/>
                </a:tc>
                <a:tc>
                  <a:txBody>
                    <a:bodyPr/>
                    <a:lstStyle/>
                    <a:p>
                      <a:r>
                        <a:rPr lang="en-US" dirty="0"/>
                        <a:t>2.2</a:t>
                      </a:r>
                      <a:endParaRPr lang="en-IN" dirty="0"/>
                    </a:p>
                  </a:txBody>
                  <a:tcPr/>
                </a:tc>
                <a:tc>
                  <a:txBody>
                    <a:bodyPr/>
                    <a:lstStyle/>
                    <a:p>
                      <a:r>
                        <a:rPr lang="en-US" dirty="0"/>
                        <a:t>0.0</a:t>
                      </a:r>
                      <a:endParaRPr lang="en-IN" dirty="0"/>
                    </a:p>
                  </a:txBody>
                  <a:tcPr/>
                </a:tc>
                <a:tc>
                  <a:txBody>
                    <a:bodyPr/>
                    <a:lstStyle/>
                    <a:p>
                      <a:r>
                        <a:rPr lang="en-US" dirty="0"/>
                        <a:t>0.0</a:t>
                      </a:r>
                      <a:endParaRPr lang="en-IN" dirty="0"/>
                    </a:p>
                  </a:txBody>
                  <a:tcPr/>
                </a:tc>
                <a:extLst>
                  <a:ext uri="{0D108BD9-81ED-4DB2-BD59-A6C34878D82A}">
                    <a16:rowId xmlns:a16="http://schemas.microsoft.com/office/drawing/2014/main" val="2057654518"/>
                  </a:ext>
                </a:extLst>
              </a:tr>
            </a:tbl>
          </a:graphicData>
        </a:graphic>
      </p:graphicFrame>
    </p:spTree>
    <p:extLst>
      <p:ext uri="{BB962C8B-B14F-4D97-AF65-F5344CB8AC3E}">
        <p14:creationId xmlns:p14="http://schemas.microsoft.com/office/powerpoint/2010/main" val="26365844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B2315BF-EF4D-4C4D-85CB-1FD9215BFF6D}"/>
              </a:ext>
            </a:extLst>
          </p:cNvPr>
          <p:cNvSpPr>
            <a:spLocks noGrp="1"/>
          </p:cNvSpPr>
          <p:nvPr>
            <p:ph type="title"/>
          </p:nvPr>
        </p:nvSpPr>
        <p:spPr>
          <a:xfrm>
            <a:off x="838200" y="268873"/>
            <a:ext cx="10515600" cy="5491847"/>
          </a:xfrm>
        </p:spPr>
        <p:txBody>
          <a:bodyPr>
            <a:normAutofit/>
          </a:bodyPr>
          <a:lstStyle/>
          <a:p>
            <a:r>
              <a:rPr lang="en-US" sz="5400" b="1" dirty="0"/>
              <a:t>Variables</a:t>
            </a:r>
            <a:br>
              <a:rPr lang="en-US" sz="3600" dirty="0"/>
            </a:br>
            <a:r>
              <a:rPr lang="en-US" sz="3600" dirty="0"/>
              <a:t>Numeric: X, Y, FFMC, DMC, DC, ISI, temp, RH, wind, rain, area</a:t>
            </a:r>
            <a:br>
              <a:rPr lang="en-US" sz="3600" dirty="0"/>
            </a:br>
            <a:r>
              <a:rPr lang="en-US" sz="3600" dirty="0"/>
              <a:t>Categorical: month, day</a:t>
            </a:r>
            <a:br>
              <a:rPr lang="en-US" sz="3600" dirty="0"/>
            </a:br>
            <a:r>
              <a:rPr lang="en-US" sz="3600" dirty="0"/>
              <a:t>Example rows shown for context</a:t>
            </a:r>
            <a:br>
              <a:rPr lang="en-US" sz="3600" dirty="0"/>
            </a:br>
            <a:br>
              <a:rPr lang="en-US" sz="3600" dirty="0"/>
            </a:br>
            <a:endParaRPr lang="en-IN" sz="3600" dirty="0"/>
          </a:p>
        </p:txBody>
      </p:sp>
    </p:spTree>
    <p:extLst>
      <p:ext uri="{BB962C8B-B14F-4D97-AF65-F5344CB8AC3E}">
        <p14:creationId xmlns:p14="http://schemas.microsoft.com/office/powerpoint/2010/main" val="4919933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B557D8-BB89-4CE4-BB4F-9A8212E171B7}"/>
              </a:ext>
            </a:extLst>
          </p:cNvPr>
          <p:cNvSpPr>
            <a:spLocks noGrp="1"/>
          </p:cNvSpPr>
          <p:nvPr>
            <p:ph type="sldNum" sz="quarter" idx="10"/>
          </p:nvPr>
        </p:nvSpPr>
        <p:spPr/>
        <p:txBody>
          <a:bodyPr/>
          <a:lstStyle/>
          <a:p>
            <a:fld id="{D495E168-DA5E-4888-8D8A-92B118324C14}" type="slidenum">
              <a:rPr lang="en-US" noProof="0" smtClean="0"/>
              <a:pPr/>
              <a:t>6</a:t>
            </a:fld>
            <a:endParaRPr lang="en-US" noProof="0" dirty="0"/>
          </a:p>
        </p:txBody>
      </p:sp>
      <p:sp>
        <p:nvSpPr>
          <p:cNvPr id="3" name="Footer Placeholder 2">
            <a:extLst>
              <a:ext uri="{FF2B5EF4-FFF2-40B4-BE49-F238E27FC236}">
                <a16:creationId xmlns:a16="http://schemas.microsoft.com/office/drawing/2014/main" id="{36DA91F5-D8E6-4536-8D5D-32D6FC57699F}"/>
              </a:ext>
            </a:extLst>
          </p:cNvPr>
          <p:cNvSpPr>
            <a:spLocks noGrp="1"/>
          </p:cNvSpPr>
          <p:nvPr>
            <p:ph type="ftr" sz="quarter" idx="12"/>
          </p:nvPr>
        </p:nvSpPr>
        <p:spPr/>
        <p:txBody>
          <a:bodyPr/>
          <a:lstStyle/>
          <a:p>
            <a:r>
              <a:rPr lang="en-US" noProof="0"/>
              <a:t>ADD A FOOTER</a:t>
            </a:r>
            <a:endParaRPr lang="en-US" noProof="0" dirty="0"/>
          </a:p>
        </p:txBody>
      </p:sp>
      <p:sp>
        <p:nvSpPr>
          <p:cNvPr id="4" name="Title 3">
            <a:extLst>
              <a:ext uri="{FF2B5EF4-FFF2-40B4-BE49-F238E27FC236}">
                <a16:creationId xmlns:a16="http://schemas.microsoft.com/office/drawing/2014/main" id="{3058202D-6EE1-4D63-BCD5-E6B46332F01C}"/>
              </a:ext>
            </a:extLst>
          </p:cNvPr>
          <p:cNvSpPr>
            <a:spLocks noGrp="1"/>
          </p:cNvSpPr>
          <p:nvPr>
            <p:ph type="title"/>
          </p:nvPr>
        </p:nvSpPr>
        <p:spPr>
          <a:xfrm>
            <a:off x="838200" y="268873"/>
            <a:ext cx="10515600" cy="664577"/>
          </a:xfrm>
        </p:spPr>
        <p:txBody>
          <a:bodyPr>
            <a:normAutofit/>
          </a:bodyPr>
          <a:lstStyle/>
          <a:p>
            <a:r>
              <a:rPr lang="en-US" sz="1050" dirty="0"/>
              <a:t>.</a:t>
            </a:r>
            <a:endParaRPr lang="en-IN" sz="1050" dirty="0"/>
          </a:p>
        </p:txBody>
      </p:sp>
      <p:sp>
        <p:nvSpPr>
          <p:cNvPr id="5" name="Media Placeholder 4">
            <a:extLst>
              <a:ext uri="{FF2B5EF4-FFF2-40B4-BE49-F238E27FC236}">
                <a16:creationId xmlns:a16="http://schemas.microsoft.com/office/drawing/2014/main" id="{BC025A2B-30EC-4FDA-94DC-4D783B8A705A}"/>
              </a:ext>
            </a:extLst>
          </p:cNvPr>
          <p:cNvSpPr>
            <a:spLocks noGrp="1"/>
          </p:cNvSpPr>
          <p:nvPr>
            <p:ph type="media" sz="quarter" idx="17"/>
          </p:nvPr>
        </p:nvSpPr>
        <p:spPr>
          <a:xfrm>
            <a:off x="1395984" y="933450"/>
            <a:ext cx="9400032" cy="4779704"/>
          </a:xfrm>
        </p:spPr>
      </p:sp>
      <p:graphicFrame>
        <p:nvGraphicFramePr>
          <p:cNvPr id="7" name="Table 6">
            <a:extLst>
              <a:ext uri="{FF2B5EF4-FFF2-40B4-BE49-F238E27FC236}">
                <a16:creationId xmlns:a16="http://schemas.microsoft.com/office/drawing/2014/main" id="{9D12B789-36C1-4964-BE6A-19478BFF1A44}"/>
              </a:ext>
            </a:extLst>
          </p:cNvPr>
          <p:cNvGraphicFramePr>
            <a:graphicFrameLocks noGrp="1"/>
          </p:cNvGraphicFramePr>
          <p:nvPr>
            <p:extLst>
              <p:ext uri="{D42A27DB-BD31-4B8C-83A1-F6EECF244321}">
                <p14:modId xmlns:p14="http://schemas.microsoft.com/office/powerpoint/2010/main" val="1866046315"/>
              </p:ext>
            </p:extLst>
          </p:nvPr>
        </p:nvGraphicFramePr>
        <p:xfrm>
          <a:off x="628651" y="609600"/>
          <a:ext cx="11258550" cy="6072459"/>
        </p:xfrm>
        <a:graphic>
          <a:graphicData uri="http://schemas.openxmlformats.org/drawingml/2006/table">
            <a:tbl>
              <a:tblPr firstRow="1" bandRow="1">
                <a:tableStyleId>{B301B821-A1FF-4177-AEE7-76D212191A09}</a:tableStyleId>
              </a:tblPr>
              <a:tblGrid>
                <a:gridCol w="3752850">
                  <a:extLst>
                    <a:ext uri="{9D8B030D-6E8A-4147-A177-3AD203B41FA5}">
                      <a16:colId xmlns:a16="http://schemas.microsoft.com/office/drawing/2014/main" val="2053023210"/>
                    </a:ext>
                  </a:extLst>
                </a:gridCol>
                <a:gridCol w="3752850">
                  <a:extLst>
                    <a:ext uri="{9D8B030D-6E8A-4147-A177-3AD203B41FA5}">
                      <a16:colId xmlns:a16="http://schemas.microsoft.com/office/drawing/2014/main" val="1039592136"/>
                    </a:ext>
                  </a:extLst>
                </a:gridCol>
                <a:gridCol w="3752850">
                  <a:extLst>
                    <a:ext uri="{9D8B030D-6E8A-4147-A177-3AD203B41FA5}">
                      <a16:colId xmlns:a16="http://schemas.microsoft.com/office/drawing/2014/main" val="1128648237"/>
                    </a:ext>
                  </a:extLst>
                </a:gridCol>
              </a:tblGrid>
              <a:tr h="371589">
                <a:tc>
                  <a:txBody>
                    <a:bodyPr/>
                    <a:lstStyle/>
                    <a:p>
                      <a:r>
                        <a:rPr lang="en-US" dirty="0" err="1"/>
                        <a:t>Variab;e</a:t>
                      </a:r>
                      <a:endParaRPr lang="en-IN" dirty="0"/>
                    </a:p>
                  </a:txBody>
                  <a:tcPr/>
                </a:tc>
                <a:tc>
                  <a:txBody>
                    <a:bodyPr/>
                    <a:lstStyle/>
                    <a:p>
                      <a:r>
                        <a:rPr lang="en-US" dirty="0"/>
                        <a:t>type</a:t>
                      </a:r>
                      <a:endParaRPr lang="en-IN" dirty="0"/>
                    </a:p>
                  </a:txBody>
                  <a:tcPr/>
                </a:tc>
                <a:tc>
                  <a:txBody>
                    <a:bodyPr/>
                    <a:lstStyle/>
                    <a:p>
                      <a:r>
                        <a:rPr lang="en-US" dirty="0" err="1"/>
                        <a:t>Meaming</a:t>
                      </a:r>
                      <a:endParaRPr lang="en-IN" dirty="0"/>
                    </a:p>
                  </a:txBody>
                  <a:tcPr/>
                </a:tc>
                <a:extLst>
                  <a:ext uri="{0D108BD9-81ED-4DB2-BD59-A6C34878D82A}">
                    <a16:rowId xmlns:a16="http://schemas.microsoft.com/office/drawing/2014/main" val="991195806"/>
                  </a:ext>
                </a:extLst>
              </a:tr>
              <a:tr h="614999">
                <a:tc>
                  <a:txBody>
                    <a:bodyPr/>
                    <a:lstStyle/>
                    <a:p>
                      <a:r>
                        <a:rPr lang="en-IN" dirty="0"/>
                        <a:t>X </a:t>
                      </a:r>
                    </a:p>
                  </a:txBody>
                  <a:tcPr/>
                </a:tc>
                <a:tc>
                  <a:txBody>
                    <a:bodyPr/>
                    <a:lstStyle/>
                    <a:p>
                      <a:r>
                        <a:rPr lang="en-IN" dirty="0"/>
                        <a:t>Numeric (discrete) </a:t>
                      </a:r>
                    </a:p>
                  </a:txBody>
                  <a:tcPr/>
                </a:tc>
                <a:tc>
                  <a:txBody>
                    <a:bodyPr/>
                    <a:lstStyle/>
                    <a:p>
                      <a:r>
                        <a:rPr lang="en-US" dirty="0"/>
                        <a:t>X axis spatial coordinate(1-9)</a:t>
                      </a:r>
                      <a:endParaRPr lang="en-IN" dirty="0"/>
                    </a:p>
                  </a:txBody>
                  <a:tcPr/>
                </a:tc>
                <a:extLst>
                  <a:ext uri="{0D108BD9-81ED-4DB2-BD59-A6C34878D82A}">
                    <a16:rowId xmlns:a16="http://schemas.microsoft.com/office/drawing/2014/main" val="2952707425"/>
                  </a:ext>
                </a:extLst>
              </a:tr>
              <a:tr h="614999">
                <a:tc>
                  <a:txBody>
                    <a:bodyPr/>
                    <a:lstStyle/>
                    <a:p>
                      <a:r>
                        <a:rPr lang="en-US" dirty="0"/>
                        <a:t>Y</a:t>
                      </a:r>
                      <a:endParaRPr lang="en-IN" dirty="0"/>
                    </a:p>
                  </a:txBody>
                  <a:tcPr/>
                </a:tc>
                <a:tc>
                  <a:txBody>
                    <a:bodyPr/>
                    <a:lstStyle/>
                    <a:p>
                      <a:r>
                        <a:rPr lang="en-IN" dirty="0"/>
                        <a:t>Numeric (discrete) </a:t>
                      </a:r>
                    </a:p>
                  </a:txBody>
                  <a:tcPr/>
                </a:tc>
                <a:tc>
                  <a:txBody>
                    <a:bodyPr/>
                    <a:lstStyle/>
                    <a:p>
                      <a:r>
                        <a:rPr lang="en-US" dirty="0"/>
                        <a:t>Y axis spatial coordinate(2-9)</a:t>
                      </a:r>
                      <a:endParaRPr lang="en-IN" dirty="0"/>
                    </a:p>
                  </a:txBody>
                  <a:tcPr/>
                </a:tc>
                <a:extLst>
                  <a:ext uri="{0D108BD9-81ED-4DB2-BD59-A6C34878D82A}">
                    <a16:rowId xmlns:a16="http://schemas.microsoft.com/office/drawing/2014/main" val="2789628875"/>
                  </a:ext>
                </a:extLst>
              </a:tr>
              <a:tr h="371589">
                <a:tc>
                  <a:txBody>
                    <a:bodyPr/>
                    <a:lstStyle/>
                    <a:p>
                      <a:r>
                        <a:rPr lang="en-US" dirty="0"/>
                        <a:t>Month</a:t>
                      </a:r>
                      <a:endParaRPr lang="en-IN" dirty="0"/>
                    </a:p>
                  </a:txBody>
                  <a:tcPr/>
                </a:tc>
                <a:tc>
                  <a:txBody>
                    <a:bodyPr/>
                    <a:lstStyle/>
                    <a:p>
                      <a:r>
                        <a:rPr lang="en-IN" dirty="0"/>
                        <a:t>Categorical </a:t>
                      </a:r>
                    </a:p>
                  </a:txBody>
                  <a:tcPr/>
                </a:tc>
                <a:tc>
                  <a:txBody>
                    <a:bodyPr/>
                    <a:lstStyle/>
                    <a:p>
                      <a:r>
                        <a:rPr lang="en-US" dirty="0"/>
                        <a:t>Month of the year</a:t>
                      </a:r>
                      <a:endParaRPr lang="en-IN" dirty="0"/>
                    </a:p>
                  </a:txBody>
                  <a:tcPr/>
                </a:tc>
                <a:extLst>
                  <a:ext uri="{0D108BD9-81ED-4DB2-BD59-A6C34878D82A}">
                    <a16:rowId xmlns:a16="http://schemas.microsoft.com/office/drawing/2014/main" val="1168204702"/>
                  </a:ext>
                </a:extLst>
              </a:tr>
              <a:tr h="371589">
                <a:tc>
                  <a:txBody>
                    <a:bodyPr/>
                    <a:lstStyle/>
                    <a:p>
                      <a:r>
                        <a:rPr lang="en-US" dirty="0"/>
                        <a:t>Day</a:t>
                      </a:r>
                      <a:endParaRPr lang="en-IN" dirty="0"/>
                    </a:p>
                  </a:txBody>
                  <a:tcPr/>
                </a:tc>
                <a:tc>
                  <a:txBody>
                    <a:bodyPr/>
                    <a:lstStyle/>
                    <a:p>
                      <a:r>
                        <a:rPr lang="en-IN" dirty="0"/>
                        <a:t>Categorical </a:t>
                      </a:r>
                    </a:p>
                  </a:txBody>
                  <a:tcPr/>
                </a:tc>
                <a:tc>
                  <a:txBody>
                    <a:bodyPr/>
                    <a:lstStyle/>
                    <a:p>
                      <a:r>
                        <a:rPr lang="en-US" dirty="0"/>
                        <a:t>Day of the week</a:t>
                      </a:r>
                      <a:endParaRPr lang="en-IN" dirty="0"/>
                    </a:p>
                  </a:txBody>
                  <a:tcPr/>
                </a:tc>
                <a:extLst>
                  <a:ext uri="{0D108BD9-81ED-4DB2-BD59-A6C34878D82A}">
                    <a16:rowId xmlns:a16="http://schemas.microsoft.com/office/drawing/2014/main" val="3000861920"/>
                  </a:ext>
                </a:extLst>
              </a:tr>
              <a:tr h="614999">
                <a:tc>
                  <a:txBody>
                    <a:bodyPr/>
                    <a:lstStyle/>
                    <a:p>
                      <a:r>
                        <a:rPr lang="en-US" dirty="0"/>
                        <a:t>FFMC</a:t>
                      </a:r>
                      <a:endParaRPr lang="en-IN" dirty="0"/>
                    </a:p>
                  </a:txBody>
                  <a:tcPr/>
                </a:tc>
                <a:tc>
                  <a:txBody>
                    <a:bodyPr/>
                    <a:lstStyle/>
                    <a:p>
                      <a:r>
                        <a:rPr lang="en-IN" dirty="0"/>
                        <a:t>Numeric (continuous) </a:t>
                      </a:r>
                    </a:p>
                  </a:txBody>
                  <a:tcPr/>
                </a:tc>
                <a:tc>
                  <a:txBody>
                    <a:bodyPr/>
                    <a:lstStyle/>
                    <a:p>
                      <a:r>
                        <a:rPr lang="en-US" dirty="0"/>
                        <a:t>Fine fuel Moisture code</a:t>
                      </a:r>
                      <a:endParaRPr lang="en-IN" dirty="0"/>
                    </a:p>
                  </a:txBody>
                  <a:tcPr/>
                </a:tc>
                <a:extLst>
                  <a:ext uri="{0D108BD9-81ED-4DB2-BD59-A6C34878D82A}">
                    <a16:rowId xmlns:a16="http://schemas.microsoft.com/office/drawing/2014/main" val="4028591137"/>
                  </a:ext>
                </a:extLst>
              </a:tr>
              <a:tr h="371589">
                <a:tc>
                  <a:txBody>
                    <a:bodyPr/>
                    <a:lstStyle/>
                    <a:p>
                      <a:r>
                        <a:rPr lang="en-US" dirty="0"/>
                        <a:t>DMC</a:t>
                      </a:r>
                      <a:endParaRPr lang="en-IN" dirty="0"/>
                    </a:p>
                  </a:txBody>
                  <a:tcPr/>
                </a:tc>
                <a:tc>
                  <a:txBody>
                    <a:bodyPr/>
                    <a:lstStyle/>
                    <a:p>
                      <a:r>
                        <a:rPr lang="en-IN" dirty="0"/>
                        <a:t>Numeric (continuous) </a:t>
                      </a:r>
                    </a:p>
                  </a:txBody>
                  <a:tcPr/>
                </a:tc>
                <a:tc>
                  <a:txBody>
                    <a:bodyPr/>
                    <a:lstStyle/>
                    <a:p>
                      <a:r>
                        <a:rPr lang="en-US" dirty="0"/>
                        <a:t>Duff </a:t>
                      </a:r>
                      <a:r>
                        <a:rPr lang="en-US" dirty="0" err="1"/>
                        <a:t>Mouisture</a:t>
                      </a:r>
                      <a:r>
                        <a:rPr lang="en-US" dirty="0"/>
                        <a:t> code</a:t>
                      </a:r>
                      <a:endParaRPr lang="en-IN" dirty="0"/>
                    </a:p>
                  </a:txBody>
                  <a:tcPr/>
                </a:tc>
                <a:extLst>
                  <a:ext uri="{0D108BD9-81ED-4DB2-BD59-A6C34878D82A}">
                    <a16:rowId xmlns:a16="http://schemas.microsoft.com/office/drawing/2014/main" val="1464488364"/>
                  </a:ext>
                </a:extLst>
              </a:tr>
              <a:tr h="371589">
                <a:tc>
                  <a:txBody>
                    <a:bodyPr/>
                    <a:lstStyle/>
                    <a:p>
                      <a:r>
                        <a:rPr lang="en-US" dirty="0"/>
                        <a:t>DC</a:t>
                      </a:r>
                      <a:endParaRPr lang="en-IN" dirty="0"/>
                    </a:p>
                  </a:txBody>
                  <a:tcPr/>
                </a:tc>
                <a:tc>
                  <a:txBody>
                    <a:bodyPr/>
                    <a:lstStyle/>
                    <a:p>
                      <a:r>
                        <a:rPr lang="en-IN" dirty="0"/>
                        <a:t>Numeric (continuous)</a:t>
                      </a:r>
                    </a:p>
                  </a:txBody>
                  <a:tcPr/>
                </a:tc>
                <a:tc>
                  <a:txBody>
                    <a:bodyPr/>
                    <a:lstStyle/>
                    <a:p>
                      <a:r>
                        <a:rPr lang="en-US" dirty="0" err="1"/>
                        <a:t>Drougth</a:t>
                      </a:r>
                      <a:r>
                        <a:rPr lang="en-US" dirty="0"/>
                        <a:t> code</a:t>
                      </a:r>
                      <a:endParaRPr lang="en-IN" dirty="0"/>
                    </a:p>
                  </a:txBody>
                  <a:tcPr/>
                </a:tc>
                <a:extLst>
                  <a:ext uri="{0D108BD9-81ED-4DB2-BD59-A6C34878D82A}">
                    <a16:rowId xmlns:a16="http://schemas.microsoft.com/office/drawing/2014/main" val="1360492523"/>
                  </a:ext>
                </a:extLst>
              </a:tr>
              <a:tr h="511572">
                <a:tc>
                  <a:txBody>
                    <a:bodyPr/>
                    <a:lstStyle/>
                    <a:p>
                      <a:r>
                        <a:rPr lang="en-US" dirty="0"/>
                        <a:t>IDI</a:t>
                      </a:r>
                      <a:endParaRPr lang="en-IN" dirty="0"/>
                    </a:p>
                  </a:txBody>
                  <a:tcPr/>
                </a:tc>
                <a:tc>
                  <a:txBody>
                    <a:bodyPr/>
                    <a:lstStyle/>
                    <a:p>
                      <a:r>
                        <a:rPr lang="en-IN" dirty="0"/>
                        <a:t>Numeric (continuous) </a:t>
                      </a:r>
                    </a:p>
                  </a:txBody>
                  <a:tcPr/>
                </a:tc>
                <a:tc>
                  <a:txBody>
                    <a:bodyPr/>
                    <a:lstStyle/>
                    <a:p>
                      <a:r>
                        <a:rPr lang="en-US" dirty="0" err="1"/>
                        <a:t>Intial</a:t>
                      </a:r>
                      <a:r>
                        <a:rPr lang="en-US" dirty="0"/>
                        <a:t> spread index</a:t>
                      </a:r>
                      <a:endParaRPr lang="en-IN" dirty="0"/>
                    </a:p>
                  </a:txBody>
                  <a:tcPr/>
                </a:tc>
                <a:extLst>
                  <a:ext uri="{0D108BD9-81ED-4DB2-BD59-A6C34878D82A}">
                    <a16:rowId xmlns:a16="http://schemas.microsoft.com/office/drawing/2014/main" val="2552912098"/>
                  </a:ext>
                </a:extLst>
              </a:tr>
              <a:tr h="371589">
                <a:tc>
                  <a:txBody>
                    <a:bodyPr/>
                    <a:lstStyle/>
                    <a:p>
                      <a:r>
                        <a:rPr lang="en-US" dirty="0"/>
                        <a:t>Temp</a:t>
                      </a:r>
                      <a:endParaRPr lang="en-IN" dirty="0"/>
                    </a:p>
                  </a:txBody>
                  <a:tcPr/>
                </a:tc>
                <a:tc>
                  <a:txBody>
                    <a:bodyPr/>
                    <a:lstStyle/>
                    <a:p>
                      <a:r>
                        <a:rPr lang="en-IN" dirty="0"/>
                        <a:t>Numeric (continuous)</a:t>
                      </a:r>
                    </a:p>
                  </a:txBody>
                  <a:tcPr/>
                </a:tc>
                <a:tc>
                  <a:txBody>
                    <a:bodyPr/>
                    <a:lstStyle/>
                    <a:p>
                      <a:r>
                        <a:rPr lang="en-US" dirty="0"/>
                        <a:t>Temperature</a:t>
                      </a:r>
                      <a:endParaRPr lang="en-IN" dirty="0"/>
                    </a:p>
                  </a:txBody>
                  <a:tcPr/>
                </a:tc>
                <a:extLst>
                  <a:ext uri="{0D108BD9-81ED-4DB2-BD59-A6C34878D82A}">
                    <a16:rowId xmlns:a16="http://schemas.microsoft.com/office/drawing/2014/main" val="1220824231"/>
                  </a:ext>
                </a:extLst>
              </a:tr>
              <a:tr h="371589">
                <a:tc>
                  <a:txBody>
                    <a:bodyPr/>
                    <a:lstStyle/>
                    <a:p>
                      <a:r>
                        <a:rPr lang="en-US" dirty="0"/>
                        <a:t>RH</a:t>
                      </a:r>
                      <a:endParaRPr lang="en-IN" dirty="0"/>
                    </a:p>
                  </a:txBody>
                  <a:tcPr/>
                </a:tc>
                <a:tc>
                  <a:txBody>
                    <a:bodyPr/>
                    <a:lstStyle/>
                    <a:p>
                      <a:r>
                        <a:rPr lang="en-IN" dirty="0"/>
                        <a:t>Numeric (discrete)</a:t>
                      </a:r>
                    </a:p>
                  </a:txBody>
                  <a:tcPr/>
                </a:tc>
                <a:tc>
                  <a:txBody>
                    <a:bodyPr/>
                    <a:lstStyle/>
                    <a:p>
                      <a:r>
                        <a:rPr lang="en-US" dirty="0"/>
                        <a:t>Relative humidity(%)</a:t>
                      </a:r>
                      <a:endParaRPr lang="en-IN" dirty="0"/>
                    </a:p>
                  </a:txBody>
                  <a:tcPr/>
                </a:tc>
                <a:extLst>
                  <a:ext uri="{0D108BD9-81ED-4DB2-BD59-A6C34878D82A}">
                    <a16:rowId xmlns:a16="http://schemas.microsoft.com/office/drawing/2014/main" val="3656147790"/>
                  </a:ext>
                </a:extLst>
              </a:tr>
              <a:tr h="371589">
                <a:tc>
                  <a:txBody>
                    <a:bodyPr/>
                    <a:lstStyle/>
                    <a:p>
                      <a:r>
                        <a:rPr lang="en-US" dirty="0"/>
                        <a:t>Wind</a:t>
                      </a:r>
                      <a:endParaRPr lang="en-IN" dirty="0"/>
                    </a:p>
                  </a:txBody>
                  <a:tcPr/>
                </a:tc>
                <a:tc>
                  <a:txBody>
                    <a:bodyPr/>
                    <a:lstStyle/>
                    <a:p>
                      <a:r>
                        <a:rPr lang="en-IN" dirty="0"/>
                        <a:t>Numeric (continuous) </a:t>
                      </a:r>
                    </a:p>
                  </a:txBody>
                  <a:tcPr/>
                </a:tc>
                <a:tc>
                  <a:txBody>
                    <a:bodyPr/>
                    <a:lstStyle/>
                    <a:p>
                      <a:r>
                        <a:rPr lang="en-US" dirty="0"/>
                        <a:t>Wind speed(km/h)</a:t>
                      </a:r>
                      <a:endParaRPr lang="en-IN" dirty="0"/>
                    </a:p>
                  </a:txBody>
                  <a:tcPr/>
                </a:tc>
                <a:extLst>
                  <a:ext uri="{0D108BD9-81ED-4DB2-BD59-A6C34878D82A}">
                    <a16:rowId xmlns:a16="http://schemas.microsoft.com/office/drawing/2014/main" val="3604567327"/>
                  </a:ext>
                </a:extLst>
              </a:tr>
              <a:tr h="371589">
                <a:tc>
                  <a:txBody>
                    <a:bodyPr/>
                    <a:lstStyle/>
                    <a:p>
                      <a:r>
                        <a:rPr lang="en-US" dirty="0"/>
                        <a:t>Rain</a:t>
                      </a:r>
                      <a:endParaRPr lang="en-IN" dirty="0"/>
                    </a:p>
                  </a:txBody>
                  <a:tcPr/>
                </a:tc>
                <a:tc>
                  <a:txBody>
                    <a:bodyPr/>
                    <a:lstStyle/>
                    <a:p>
                      <a:r>
                        <a:rPr lang="en-IN" dirty="0"/>
                        <a:t>Numeric (continuous</a:t>
                      </a:r>
                    </a:p>
                  </a:txBody>
                  <a:tcPr/>
                </a:tc>
                <a:tc>
                  <a:txBody>
                    <a:bodyPr/>
                    <a:lstStyle/>
                    <a:p>
                      <a:r>
                        <a:rPr lang="en-US" dirty="0"/>
                        <a:t>Outside rain(mm/m2)</a:t>
                      </a:r>
                      <a:endParaRPr lang="en-IN" dirty="0"/>
                    </a:p>
                  </a:txBody>
                  <a:tcPr/>
                </a:tc>
                <a:extLst>
                  <a:ext uri="{0D108BD9-81ED-4DB2-BD59-A6C34878D82A}">
                    <a16:rowId xmlns:a16="http://schemas.microsoft.com/office/drawing/2014/main" val="3857962349"/>
                  </a:ext>
                </a:extLst>
              </a:tr>
              <a:tr h="371589">
                <a:tc>
                  <a:txBody>
                    <a:bodyPr/>
                    <a:lstStyle/>
                    <a:p>
                      <a:r>
                        <a:rPr lang="en-US" dirty="0"/>
                        <a:t>area</a:t>
                      </a:r>
                      <a:endParaRPr lang="en-IN" dirty="0"/>
                    </a:p>
                  </a:txBody>
                  <a:tcPr/>
                </a:tc>
                <a:tc>
                  <a:txBody>
                    <a:bodyPr/>
                    <a:lstStyle/>
                    <a:p>
                      <a:r>
                        <a:rPr lang="en-US" dirty="0"/>
                        <a:t>Numerical (continues)</a:t>
                      </a:r>
                      <a:endParaRPr lang="en-IN" dirty="0"/>
                    </a:p>
                  </a:txBody>
                  <a:tcPr/>
                </a:tc>
                <a:tc>
                  <a:txBody>
                    <a:bodyPr/>
                    <a:lstStyle/>
                    <a:p>
                      <a:r>
                        <a:rPr lang="en-US" dirty="0" err="1"/>
                        <a:t>Burnd</a:t>
                      </a:r>
                      <a:r>
                        <a:rPr lang="en-US" dirty="0"/>
                        <a:t> area(ha)</a:t>
                      </a:r>
                      <a:endParaRPr lang="en-IN" dirty="0"/>
                    </a:p>
                  </a:txBody>
                  <a:tcPr/>
                </a:tc>
                <a:extLst>
                  <a:ext uri="{0D108BD9-81ED-4DB2-BD59-A6C34878D82A}">
                    <a16:rowId xmlns:a16="http://schemas.microsoft.com/office/drawing/2014/main" val="2290649256"/>
                  </a:ext>
                </a:extLst>
              </a:tr>
            </a:tbl>
          </a:graphicData>
        </a:graphic>
      </p:graphicFrame>
    </p:spTree>
    <p:extLst>
      <p:ext uri="{BB962C8B-B14F-4D97-AF65-F5344CB8AC3E}">
        <p14:creationId xmlns:p14="http://schemas.microsoft.com/office/powerpoint/2010/main" val="28752255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7F9634-ED64-4B4F-A311-AB5B8610CA7F}"/>
              </a:ext>
            </a:extLst>
          </p:cNvPr>
          <p:cNvSpPr>
            <a:spLocks noGrp="1"/>
          </p:cNvSpPr>
          <p:nvPr>
            <p:ph type="sldNum" sz="quarter" idx="10"/>
          </p:nvPr>
        </p:nvSpPr>
        <p:spPr/>
        <p:txBody>
          <a:bodyPr/>
          <a:lstStyle/>
          <a:p>
            <a:fld id="{D495E168-DA5E-4888-8D8A-92B118324C14}" type="slidenum">
              <a:rPr lang="en-US" noProof="0" smtClean="0"/>
              <a:pPr/>
              <a:t>7</a:t>
            </a:fld>
            <a:endParaRPr lang="en-US" noProof="0" dirty="0"/>
          </a:p>
        </p:txBody>
      </p:sp>
      <p:sp>
        <p:nvSpPr>
          <p:cNvPr id="3" name="Footer Placeholder 2">
            <a:extLst>
              <a:ext uri="{FF2B5EF4-FFF2-40B4-BE49-F238E27FC236}">
                <a16:creationId xmlns:a16="http://schemas.microsoft.com/office/drawing/2014/main" id="{DE86C23F-E43C-4C56-BC10-83D6EE503035}"/>
              </a:ext>
            </a:extLst>
          </p:cNvPr>
          <p:cNvSpPr>
            <a:spLocks noGrp="1"/>
          </p:cNvSpPr>
          <p:nvPr>
            <p:ph type="ftr" sz="quarter" idx="12"/>
          </p:nvPr>
        </p:nvSpPr>
        <p:spPr/>
        <p:txBody>
          <a:bodyPr/>
          <a:lstStyle/>
          <a:p>
            <a:r>
              <a:rPr lang="en-US" noProof="0"/>
              <a:t>ADD A FOOTER</a:t>
            </a:r>
            <a:endParaRPr lang="en-US" noProof="0" dirty="0"/>
          </a:p>
        </p:txBody>
      </p:sp>
      <p:sp>
        <p:nvSpPr>
          <p:cNvPr id="6" name="Rectangle 5">
            <a:extLst>
              <a:ext uri="{FF2B5EF4-FFF2-40B4-BE49-F238E27FC236}">
                <a16:creationId xmlns:a16="http://schemas.microsoft.com/office/drawing/2014/main" id="{D6DC1D8A-F7E9-4BFA-9B18-F942ECC8AE55}"/>
              </a:ext>
            </a:extLst>
          </p:cNvPr>
          <p:cNvSpPr/>
          <p:nvPr/>
        </p:nvSpPr>
        <p:spPr>
          <a:xfrm>
            <a:off x="266700" y="2274838"/>
            <a:ext cx="11544300" cy="3354765"/>
          </a:xfrm>
          <a:prstGeom prst="rect">
            <a:avLst/>
          </a:prstGeom>
        </p:spPr>
        <p:txBody>
          <a:bodyPr wrap="square">
            <a:spAutoFit/>
          </a:bodyPr>
          <a:lstStyle/>
          <a:p>
            <a:r>
              <a:rPr lang="en-IN" sz="4400" dirty="0">
                <a:solidFill>
                  <a:schemeClr val="bg1"/>
                </a:solidFill>
              </a:rPr>
              <a:t>4. Tools Used for Analysis</a:t>
            </a:r>
          </a:p>
          <a:p>
            <a:r>
              <a:rPr lang="en-IN" dirty="0"/>
              <a:t> </a:t>
            </a:r>
            <a:r>
              <a:rPr lang="en-IN" sz="2800" dirty="0">
                <a:solidFill>
                  <a:schemeClr val="bg2">
                    <a:lumMod val="60000"/>
                    <a:lumOff val="40000"/>
                  </a:schemeClr>
                </a:solidFill>
              </a:rPr>
              <a:t>• Python 3 - programming language used for the whole analysis. • Pandas - bringing in the data, tidying it up, organizing, and summarizing. • NumPy - numerical calculations such as the log transformation. • Matplotlib and Seaborn - histograms, box plots, bar charts, scatter plots and heatmap. • </a:t>
            </a:r>
            <a:r>
              <a:rPr lang="en-IN" sz="2800" dirty="0" err="1">
                <a:solidFill>
                  <a:schemeClr val="bg2">
                    <a:lumMod val="60000"/>
                    <a:lumOff val="40000"/>
                  </a:schemeClr>
                </a:solidFill>
              </a:rPr>
              <a:t>ReportLab</a:t>
            </a:r>
            <a:r>
              <a:rPr lang="en-IN" sz="2800" dirty="0">
                <a:solidFill>
                  <a:schemeClr val="bg2">
                    <a:lumMod val="60000"/>
                    <a:lumOff val="40000"/>
                  </a:schemeClr>
                </a:solidFill>
              </a:rPr>
              <a:t> - generating this PDF report. • Excel / CSV - the data file forestfires.csv from the UCI repository.</a:t>
            </a:r>
          </a:p>
        </p:txBody>
      </p:sp>
    </p:spTree>
    <p:extLst>
      <p:ext uri="{BB962C8B-B14F-4D97-AF65-F5344CB8AC3E}">
        <p14:creationId xmlns:p14="http://schemas.microsoft.com/office/powerpoint/2010/main" val="10503792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2B381BA-F1D7-483F-B759-9C3451355503}"/>
              </a:ext>
            </a:extLst>
          </p:cNvPr>
          <p:cNvSpPr>
            <a:spLocks noGrp="1"/>
          </p:cNvSpPr>
          <p:nvPr>
            <p:ph type="title"/>
          </p:nvPr>
        </p:nvSpPr>
        <p:spPr/>
        <p:txBody>
          <a:bodyPr/>
          <a:lstStyle/>
          <a:p>
            <a:r>
              <a:rPr lang="en-IN" sz="4800" dirty="0"/>
              <a:t>Data Quality</a:t>
            </a:r>
            <a:endParaRPr lang="en-US" sz="4800" dirty="0"/>
          </a:p>
        </p:txBody>
      </p:sp>
      <p:sp>
        <p:nvSpPr>
          <p:cNvPr id="15" name="Media Placeholder 14">
            <a:extLst>
              <a:ext uri="{FF2B5EF4-FFF2-40B4-BE49-F238E27FC236}">
                <a16:creationId xmlns:a16="http://schemas.microsoft.com/office/drawing/2014/main" id="{4F153046-30DA-4412-A46A-603ABD56EFF7}"/>
              </a:ext>
            </a:extLst>
          </p:cNvPr>
          <p:cNvSpPr>
            <a:spLocks noGrp="1"/>
          </p:cNvSpPr>
          <p:nvPr>
            <p:ph type="media" sz="quarter" idx="17"/>
          </p:nvPr>
        </p:nvSpPr>
        <p:spPr/>
      </p:sp>
      <p:sp>
        <p:nvSpPr>
          <p:cNvPr id="3" name="Text Placeholder 2">
            <a:extLst>
              <a:ext uri="{FF2B5EF4-FFF2-40B4-BE49-F238E27FC236}">
                <a16:creationId xmlns:a16="http://schemas.microsoft.com/office/drawing/2014/main" id="{16721AB4-1CF0-4825-926E-5207D64C2645}"/>
              </a:ext>
            </a:extLst>
          </p:cNvPr>
          <p:cNvSpPr>
            <a:spLocks noGrp="1"/>
          </p:cNvSpPr>
          <p:nvPr>
            <p:ph type="body" sz="quarter" idx="4294967295"/>
          </p:nvPr>
        </p:nvSpPr>
        <p:spPr>
          <a:xfrm>
            <a:off x="7824788" y="5106988"/>
            <a:ext cx="4367212" cy="1303337"/>
          </a:xfrm>
        </p:spPr>
        <p:txBody>
          <a:bodyPr/>
          <a:lstStyle/>
          <a:p>
            <a:r>
              <a:rPr lang="en-US" dirty="0"/>
              <a:t>.</a:t>
            </a:r>
          </a:p>
          <a:p>
            <a:endParaRPr lang="en-US" dirty="0"/>
          </a:p>
        </p:txBody>
      </p:sp>
      <p:sp>
        <p:nvSpPr>
          <p:cNvPr id="6" name="Text Placeholder 5">
            <a:extLst>
              <a:ext uri="{FF2B5EF4-FFF2-40B4-BE49-F238E27FC236}">
                <a16:creationId xmlns:a16="http://schemas.microsoft.com/office/drawing/2014/main" id="{73118D49-CA48-4C57-A37C-31BAA7538127}"/>
              </a:ext>
            </a:extLst>
          </p:cNvPr>
          <p:cNvSpPr>
            <a:spLocks noGrp="1"/>
          </p:cNvSpPr>
          <p:nvPr>
            <p:ph type="body" sz="quarter" idx="4294967295"/>
          </p:nvPr>
        </p:nvSpPr>
        <p:spPr>
          <a:xfrm>
            <a:off x="0" y="4929188"/>
            <a:ext cx="4368800" cy="935037"/>
          </a:xfrm>
        </p:spPr>
        <p:txBody>
          <a:bodyPr>
            <a:normAutofit lnSpcReduction="10000"/>
          </a:bodyPr>
          <a:lstStyle/>
          <a:p>
            <a:r>
              <a:rPr lang="en-US" dirty="0"/>
              <a:t>.</a:t>
            </a:r>
          </a:p>
          <a:p>
            <a:r>
              <a:rPr lang="en-US" dirty="0"/>
              <a:t>l</a:t>
            </a:r>
          </a:p>
        </p:txBody>
      </p:sp>
      <p:sp>
        <p:nvSpPr>
          <p:cNvPr id="10" name="Text Placeholder 9">
            <a:extLst>
              <a:ext uri="{FF2B5EF4-FFF2-40B4-BE49-F238E27FC236}">
                <a16:creationId xmlns:a16="http://schemas.microsoft.com/office/drawing/2014/main" id="{116A724B-135E-437A-A1DC-9398993B5C20}"/>
              </a:ext>
            </a:extLst>
          </p:cNvPr>
          <p:cNvSpPr>
            <a:spLocks noGrp="1"/>
          </p:cNvSpPr>
          <p:nvPr>
            <p:ph type="body" sz="quarter" idx="4294967295"/>
          </p:nvPr>
        </p:nvSpPr>
        <p:spPr>
          <a:xfrm flipV="1">
            <a:off x="7824788" y="4525963"/>
            <a:ext cx="4367212" cy="73025"/>
          </a:xfrm>
        </p:spPr>
        <p:txBody>
          <a:bodyPr>
            <a:normAutofit fontScale="25000" lnSpcReduction="20000"/>
          </a:bodyPr>
          <a:lstStyle/>
          <a:p>
            <a:r>
              <a:rPr lang="en-US" dirty="0"/>
              <a:t>.</a:t>
            </a:r>
          </a:p>
          <a:p>
            <a:endParaRPr lang="en-IN" dirty="0"/>
          </a:p>
        </p:txBody>
      </p:sp>
      <p:sp>
        <p:nvSpPr>
          <p:cNvPr id="12" name="Text Placeholder 11">
            <a:extLst>
              <a:ext uri="{FF2B5EF4-FFF2-40B4-BE49-F238E27FC236}">
                <a16:creationId xmlns:a16="http://schemas.microsoft.com/office/drawing/2014/main" id="{5BBCC298-3D5B-43CD-9F91-229834745044}"/>
              </a:ext>
            </a:extLst>
          </p:cNvPr>
          <p:cNvSpPr>
            <a:spLocks noGrp="1"/>
          </p:cNvSpPr>
          <p:nvPr>
            <p:ph type="body" sz="quarter" idx="4294967295"/>
          </p:nvPr>
        </p:nvSpPr>
        <p:spPr>
          <a:xfrm>
            <a:off x="0" y="5230813"/>
            <a:ext cx="5921375" cy="474662"/>
          </a:xfrm>
        </p:spPr>
        <p:txBody>
          <a:bodyPr>
            <a:normAutofit lnSpcReduction="10000"/>
          </a:bodyPr>
          <a:lstStyle/>
          <a:p>
            <a:r>
              <a:rPr lang="en-US" dirty="0"/>
              <a:t>.</a:t>
            </a:r>
          </a:p>
          <a:p>
            <a:endParaRPr lang="en-IN" dirty="0"/>
          </a:p>
        </p:txBody>
      </p:sp>
      <p:sp>
        <p:nvSpPr>
          <p:cNvPr id="13" name="Rectangle 2">
            <a:extLst>
              <a:ext uri="{FF2B5EF4-FFF2-40B4-BE49-F238E27FC236}">
                <a16:creationId xmlns:a16="http://schemas.microsoft.com/office/drawing/2014/main" id="{8F7C4612-D4DB-456C-8583-A944E724BDCE}"/>
              </a:ext>
            </a:extLst>
          </p:cNvPr>
          <p:cNvSpPr>
            <a:spLocks noGrp="1" noChangeArrowheads="1"/>
          </p:cNvSpPr>
          <p:nvPr>
            <p:ph type="body" sz="quarter" idx="4294967295"/>
          </p:nvPr>
        </p:nvSpPr>
        <p:spPr bwMode="auto">
          <a:xfrm>
            <a:off x="1479042" y="1704464"/>
            <a:ext cx="517626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914400" lvl="2" indent="0" eaLnBrk="0" fontAlgn="base" hangingPunct="0">
              <a:lnSpc>
                <a:spcPct val="100000"/>
              </a:lnSpc>
              <a:spcBef>
                <a:spcPct val="0"/>
              </a:spcBef>
              <a:spcAft>
                <a:spcPct val="0"/>
              </a:spcAft>
              <a:buNone/>
            </a:pPr>
            <a:r>
              <a:rPr kumimoji="0" lang="en-US" altLang="en-US" sz="2400" b="0" i="0" u="none" strike="noStrike" cap="none" normalizeH="0" baseline="0" dirty="0">
                <a:ln>
                  <a:noFill/>
                </a:ln>
                <a:solidFill>
                  <a:schemeClr val="tx2">
                    <a:lumMod val="60000"/>
                    <a:lumOff val="40000"/>
                  </a:schemeClr>
                </a:solidFill>
                <a:effectLst/>
                <a:latin typeface="Arial" panose="020B0604020202020204" pitchFamily="34" charset="0"/>
              </a:rPr>
              <a:t>No missing values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2">
                    <a:lumMod val="60000"/>
                    <a:lumOff val="40000"/>
                  </a:schemeClr>
                </a:solidFill>
                <a:effectLst/>
                <a:latin typeface="Arial" panose="020B0604020202020204" pitchFamily="34" charset="0"/>
              </a:rPr>
              <a:t>4 duplicate rows retained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2">
                    <a:lumMod val="60000"/>
                    <a:lumOff val="40000"/>
                  </a:schemeClr>
                </a:solidFill>
                <a:effectLst/>
                <a:latin typeface="Arial" panose="020B0604020202020204" pitchFamily="34" charset="0"/>
              </a:rPr>
              <a:t>48% of fires recorded as 0 ha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2">
                    <a:lumMod val="60000"/>
                    <a:lumOff val="40000"/>
                  </a:schemeClr>
                </a:solidFill>
                <a:effectLst/>
                <a:latin typeface="Arial" panose="020B0604020202020204" pitchFamily="34" charset="0"/>
              </a:rPr>
              <a:t>Burned area highly skewed (skewness 12.85)</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2">
                    <a:lumMod val="60000"/>
                    <a:lumOff val="40000"/>
                  </a:schemeClr>
                </a:solidFill>
                <a:effectLst/>
                <a:latin typeface="Arial" panose="020B0604020202020204" pitchFamily="34" charset="0"/>
              </a:rPr>
              <a:t>63 large outliers kept</a:t>
            </a:r>
          </a:p>
        </p:txBody>
      </p:sp>
      <p:graphicFrame>
        <p:nvGraphicFramePr>
          <p:cNvPr id="14" name="Table 13">
            <a:extLst>
              <a:ext uri="{FF2B5EF4-FFF2-40B4-BE49-F238E27FC236}">
                <a16:creationId xmlns:a16="http://schemas.microsoft.com/office/drawing/2014/main" id="{AB7C5F05-4DDD-48DE-B64A-A32AFECFB44F}"/>
              </a:ext>
            </a:extLst>
          </p:cNvPr>
          <p:cNvGraphicFramePr>
            <a:graphicFrameLocks noGrp="1"/>
          </p:cNvGraphicFramePr>
          <p:nvPr>
            <p:extLst>
              <p:ext uri="{D42A27DB-BD31-4B8C-83A1-F6EECF244321}">
                <p14:modId xmlns:p14="http://schemas.microsoft.com/office/powerpoint/2010/main" val="872084413"/>
              </p:ext>
            </p:extLst>
          </p:nvPr>
        </p:nvGraphicFramePr>
        <p:xfrm>
          <a:off x="6886575" y="1704464"/>
          <a:ext cx="3714750" cy="3703925"/>
        </p:xfrm>
        <a:graphic>
          <a:graphicData uri="http://schemas.openxmlformats.org/drawingml/2006/table">
            <a:tbl>
              <a:tblPr firstRow="1" bandRow="1">
                <a:tableStyleId>{B301B821-A1FF-4177-AEE7-76D212191A09}</a:tableStyleId>
              </a:tblPr>
              <a:tblGrid>
                <a:gridCol w="1857375">
                  <a:extLst>
                    <a:ext uri="{9D8B030D-6E8A-4147-A177-3AD203B41FA5}">
                      <a16:colId xmlns:a16="http://schemas.microsoft.com/office/drawing/2014/main" val="1171048217"/>
                    </a:ext>
                  </a:extLst>
                </a:gridCol>
                <a:gridCol w="1857375">
                  <a:extLst>
                    <a:ext uri="{9D8B030D-6E8A-4147-A177-3AD203B41FA5}">
                      <a16:colId xmlns:a16="http://schemas.microsoft.com/office/drawing/2014/main" val="891812453"/>
                    </a:ext>
                  </a:extLst>
                </a:gridCol>
              </a:tblGrid>
              <a:tr h="483871">
                <a:tc>
                  <a:txBody>
                    <a:bodyPr/>
                    <a:lstStyle/>
                    <a:p>
                      <a:r>
                        <a:rPr lang="en-US" dirty="0"/>
                        <a:t>Check</a:t>
                      </a:r>
                      <a:endParaRPr lang="en-IN" dirty="0"/>
                    </a:p>
                  </a:txBody>
                  <a:tcPr/>
                </a:tc>
                <a:tc>
                  <a:txBody>
                    <a:bodyPr/>
                    <a:lstStyle/>
                    <a:p>
                      <a:r>
                        <a:rPr lang="en-US" dirty="0"/>
                        <a:t>Result</a:t>
                      </a:r>
                      <a:endParaRPr lang="en-IN" dirty="0"/>
                    </a:p>
                  </a:txBody>
                  <a:tcPr/>
                </a:tc>
                <a:extLst>
                  <a:ext uri="{0D108BD9-81ED-4DB2-BD59-A6C34878D82A}">
                    <a16:rowId xmlns:a16="http://schemas.microsoft.com/office/drawing/2014/main" val="3614891414"/>
                  </a:ext>
                </a:extLst>
              </a:tr>
              <a:tr h="483871">
                <a:tc>
                  <a:txBody>
                    <a:bodyPr/>
                    <a:lstStyle/>
                    <a:p>
                      <a:r>
                        <a:rPr lang="en-IN" dirty="0"/>
                        <a:t>Rows </a:t>
                      </a:r>
                    </a:p>
                  </a:txBody>
                  <a:tcPr/>
                </a:tc>
                <a:tc>
                  <a:txBody>
                    <a:bodyPr/>
                    <a:lstStyle/>
                    <a:p>
                      <a:r>
                        <a:rPr lang="en-US" dirty="0"/>
                        <a:t>517</a:t>
                      </a:r>
                      <a:endParaRPr lang="en-IN" dirty="0"/>
                    </a:p>
                  </a:txBody>
                  <a:tcPr/>
                </a:tc>
                <a:extLst>
                  <a:ext uri="{0D108BD9-81ED-4DB2-BD59-A6C34878D82A}">
                    <a16:rowId xmlns:a16="http://schemas.microsoft.com/office/drawing/2014/main" val="3921147087"/>
                  </a:ext>
                </a:extLst>
              </a:tr>
              <a:tr h="483871">
                <a:tc>
                  <a:txBody>
                    <a:bodyPr/>
                    <a:lstStyle/>
                    <a:p>
                      <a:r>
                        <a:rPr lang="en-IN" dirty="0"/>
                        <a:t>Columns </a:t>
                      </a:r>
                    </a:p>
                  </a:txBody>
                  <a:tcPr/>
                </a:tc>
                <a:tc>
                  <a:txBody>
                    <a:bodyPr/>
                    <a:lstStyle/>
                    <a:p>
                      <a:r>
                        <a:rPr lang="en-US" dirty="0"/>
                        <a:t>13</a:t>
                      </a:r>
                      <a:endParaRPr lang="en-IN" dirty="0"/>
                    </a:p>
                  </a:txBody>
                  <a:tcPr/>
                </a:tc>
                <a:extLst>
                  <a:ext uri="{0D108BD9-81ED-4DB2-BD59-A6C34878D82A}">
                    <a16:rowId xmlns:a16="http://schemas.microsoft.com/office/drawing/2014/main" val="3513008420"/>
                  </a:ext>
                </a:extLst>
              </a:tr>
              <a:tr h="483871">
                <a:tc>
                  <a:txBody>
                    <a:bodyPr/>
                    <a:lstStyle/>
                    <a:p>
                      <a:r>
                        <a:rPr lang="en-IN" dirty="0"/>
                        <a:t>Missing values </a:t>
                      </a:r>
                    </a:p>
                  </a:txBody>
                  <a:tcPr/>
                </a:tc>
                <a:tc>
                  <a:txBody>
                    <a:bodyPr/>
                    <a:lstStyle/>
                    <a:p>
                      <a:r>
                        <a:rPr lang="en-US" dirty="0"/>
                        <a:t>0</a:t>
                      </a:r>
                      <a:endParaRPr lang="en-IN" dirty="0"/>
                    </a:p>
                  </a:txBody>
                  <a:tcPr/>
                </a:tc>
                <a:extLst>
                  <a:ext uri="{0D108BD9-81ED-4DB2-BD59-A6C34878D82A}">
                    <a16:rowId xmlns:a16="http://schemas.microsoft.com/office/drawing/2014/main" val="302481437"/>
                  </a:ext>
                </a:extLst>
              </a:tr>
              <a:tr h="483871">
                <a:tc>
                  <a:txBody>
                    <a:bodyPr/>
                    <a:lstStyle/>
                    <a:p>
                      <a:r>
                        <a:rPr lang="en-IN" dirty="0"/>
                        <a:t>Duplicate rows </a:t>
                      </a:r>
                    </a:p>
                  </a:txBody>
                  <a:tcPr/>
                </a:tc>
                <a:tc>
                  <a:txBody>
                    <a:bodyPr/>
                    <a:lstStyle/>
                    <a:p>
                      <a:r>
                        <a:rPr lang="en-US" dirty="0"/>
                        <a:t>4</a:t>
                      </a:r>
                      <a:endParaRPr lang="en-IN" dirty="0"/>
                    </a:p>
                  </a:txBody>
                  <a:tcPr/>
                </a:tc>
                <a:extLst>
                  <a:ext uri="{0D108BD9-81ED-4DB2-BD59-A6C34878D82A}">
                    <a16:rowId xmlns:a16="http://schemas.microsoft.com/office/drawing/2014/main" val="2217989846"/>
                  </a:ext>
                </a:extLst>
              </a:tr>
              <a:tr h="644490">
                <a:tc>
                  <a:txBody>
                    <a:bodyPr/>
                    <a:lstStyle/>
                    <a:p>
                      <a:r>
                        <a:rPr lang="en-IN" dirty="0"/>
                        <a:t>Fires with area = 0 </a:t>
                      </a:r>
                    </a:p>
                  </a:txBody>
                  <a:tcPr/>
                </a:tc>
                <a:tc>
                  <a:txBody>
                    <a:bodyPr/>
                    <a:lstStyle/>
                    <a:p>
                      <a:r>
                        <a:rPr lang="en-US" dirty="0"/>
                        <a:t>247(47.8%)</a:t>
                      </a:r>
                      <a:endParaRPr lang="en-IN" dirty="0"/>
                    </a:p>
                  </a:txBody>
                  <a:tcPr/>
                </a:tc>
                <a:extLst>
                  <a:ext uri="{0D108BD9-81ED-4DB2-BD59-A6C34878D82A}">
                    <a16:rowId xmlns:a16="http://schemas.microsoft.com/office/drawing/2014/main" val="3520298229"/>
                  </a:ext>
                </a:extLst>
              </a:tr>
              <a:tr h="596173">
                <a:tc>
                  <a:txBody>
                    <a:bodyPr/>
                    <a:lstStyle/>
                    <a:p>
                      <a:r>
                        <a:rPr lang="en-US" dirty="0"/>
                        <a:t>Outliers in area (IQR rule)</a:t>
                      </a:r>
                      <a:endParaRPr lang="en-IN" dirty="0"/>
                    </a:p>
                  </a:txBody>
                  <a:tcPr/>
                </a:tc>
                <a:tc>
                  <a:txBody>
                    <a:bodyPr/>
                    <a:lstStyle/>
                    <a:p>
                      <a:r>
                        <a:rPr lang="en-US" dirty="0"/>
                        <a:t>63</a:t>
                      </a:r>
                      <a:endParaRPr lang="en-IN" dirty="0"/>
                    </a:p>
                  </a:txBody>
                  <a:tcPr/>
                </a:tc>
                <a:extLst>
                  <a:ext uri="{0D108BD9-81ED-4DB2-BD59-A6C34878D82A}">
                    <a16:rowId xmlns:a16="http://schemas.microsoft.com/office/drawing/2014/main" val="2521541922"/>
                  </a:ext>
                </a:extLst>
              </a:tr>
            </a:tbl>
          </a:graphicData>
        </a:graphic>
      </p:graphicFrame>
    </p:spTree>
    <p:extLst>
      <p:ext uri="{BB962C8B-B14F-4D97-AF65-F5344CB8AC3E}">
        <p14:creationId xmlns:p14="http://schemas.microsoft.com/office/powerpoint/2010/main" val="33092793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B62A1B-B9A1-4703-9E64-5DF2DABC523A}"/>
              </a:ext>
            </a:extLst>
          </p:cNvPr>
          <p:cNvSpPr>
            <a:spLocks noGrp="1"/>
          </p:cNvSpPr>
          <p:nvPr>
            <p:ph type="sldNum" sz="quarter" idx="10"/>
          </p:nvPr>
        </p:nvSpPr>
        <p:spPr/>
        <p:txBody>
          <a:bodyPr/>
          <a:lstStyle/>
          <a:p>
            <a:fld id="{D495E168-DA5E-4888-8D8A-92B118324C14}" type="slidenum">
              <a:rPr lang="en-US" noProof="0" smtClean="0"/>
              <a:pPr/>
              <a:t>9</a:t>
            </a:fld>
            <a:endParaRPr lang="en-US" noProof="0" dirty="0"/>
          </a:p>
        </p:txBody>
      </p:sp>
      <p:sp>
        <p:nvSpPr>
          <p:cNvPr id="3" name="Footer Placeholder 2">
            <a:extLst>
              <a:ext uri="{FF2B5EF4-FFF2-40B4-BE49-F238E27FC236}">
                <a16:creationId xmlns:a16="http://schemas.microsoft.com/office/drawing/2014/main" id="{D12C5F52-2FB8-45BA-A3AF-7FA7ED0A3B28}"/>
              </a:ext>
            </a:extLst>
          </p:cNvPr>
          <p:cNvSpPr>
            <a:spLocks noGrp="1"/>
          </p:cNvSpPr>
          <p:nvPr>
            <p:ph type="ftr" sz="quarter" idx="12"/>
          </p:nvPr>
        </p:nvSpPr>
        <p:spPr/>
        <p:txBody>
          <a:bodyPr/>
          <a:lstStyle/>
          <a:p>
            <a:r>
              <a:rPr lang="en-US" noProof="0" dirty="0"/>
              <a:t>ADD A FOOTER</a:t>
            </a:r>
          </a:p>
        </p:txBody>
      </p:sp>
      <p:sp>
        <p:nvSpPr>
          <p:cNvPr id="4" name="Title 3">
            <a:extLst>
              <a:ext uri="{FF2B5EF4-FFF2-40B4-BE49-F238E27FC236}">
                <a16:creationId xmlns:a16="http://schemas.microsoft.com/office/drawing/2014/main" id="{9EDF57E2-B95A-4786-ACF6-818C15B73A37}"/>
              </a:ext>
            </a:extLst>
          </p:cNvPr>
          <p:cNvSpPr>
            <a:spLocks noGrp="1"/>
          </p:cNvSpPr>
          <p:nvPr>
            <p:ph type="title" idx="4294967295"/>
          </p:nvPr>
        </p:nvSpPr>
        <p:spPr>
          <a:xfrm>
            <a:off x="242888" y="-714375"/>
            <a:ext cx="5372099" cy="6400800"/>
          </a:xfrm>
        </p:spPr>
        <p:txBody>
          <a:bodyPr>
            <a:noAutofit/>
          </a:bodyPr>
          <a:lstStyle/>
          <a:p>
            <a:r>
              <a:rPr lang="en-US" sz="2000" dirty="0">
                <a:solidFill>
                  <a:schemeClr val="bg2">
                    <a:lumMod val="40000"/>
                    <a:lumOff val="60000"/>
                  </a:schemeClr>
                </a:solidFill>
              </a:rPr>
              <a:t>There are 0 missing values, so no imputation was needed. 4 duplicate row(s) were found (these look like separate fires with identical readings, so they were kept). A total of 247 records (47.8%) have a burned area of 0, which means the burned area was less than 1 ha and was rounded down to 0 in the original data. The area variable is heavily right-skewed (skewness 12.85), with 63 outliers by the IQR rule. These are real large fires, so they were kept, and a log(1 + area) transformation was used for plotting. index mis.</a:t>
            </a:r>
            <a:endParaRPr lang="en-IN" sz="2000" dirty="0">
              <a:solidFill>
                <a:schemeClr val="bg2">
                  <a:lumMod val="40000"/>
                  <a:lumOff val="60000"/>
                </a:schemeClr>
              </a:solidFill>
            </a:endParaRPr>
          </a:p>
        </p:txBody>
      </p:sp>
      <p:graphicFrame>
        <p:nvGraphicFramePr>
          <p:cNvPr id="5" name="Table 4">
            <a:extLst>
              <a:ext uri="{FF2B5EF4-FFF2-40B4-BE49-F238E27FC236}">
                <a16:creationId xmlns:a16="http://schemas.microsoft.com/office/drawing/2014/main" id="{F1DF8B70-20BD-482F-A8F7-BCFC125DAFCE}"/>
              </a:ext>
            </a:extLst>
          </p:cNvPr>
          <p:cNvGraphicFramePr>
            <a:graphicFrameLocks noGrp="1"/>
          </p:cNvGraphicFramePr>
          <p:nvPr>
            <p:extLst>
              <p:ext uri="{D42A27DB-BD31-4B8C-83A1-F6EECF244321}">
                <p14:modId xmlns:p14="http://schemas.microsoft.com/office/powerpoint/2010/main" val="703189187"/>
              </p:ext>
            </p:extLst>
          </p:nvPr>
        </p:nvGraphicFramePr>
        <p:xfrm>
          <a:off x="5614987" y="242888"/>
          <a:ext cx="4829176" cy="6583680"/>
        </p:xfrm>
        <a:graphic>
          <a:graphicData uri="http://schemas.openxmlformats.org/drawingml/2006/table">
            <a:tbl>
              <a:tblPr firstRow="1" bandRow="1">
                <a:tableStyleId>{B301B821-A1FF-4177-AEE7-76D212191A09}</a:tableStyleId>
              </a:tblPr>
              <a:tblGrid>
                <a:gridCol w="2414588">
                  <a:extLst>
                    <a:ext uri="{9D8B030D-6E8A-4147-A177-3AD203B41FA5}">
                      <a16:colId xmlns:a16="http://schemas.microsoft.com/office/drawing/2014/main" val="1547254747"/>
                    </a:ext>
                  </a:extLst>
                </a:gridCol>
                <a:gridCol w="2414588">
                  <a:extLst>
                    <a:ext uri="{9D8B030D-6E8A-4147-A177-3AD203B41FA5}">
                      <a16:colId xmlns:a16="http://schemas.microsoft.com/office/drawing/2014/main" val="3332075274"/>
                    </a:ext>
                  </a:extLst>
                </a:gridCol>
              </a:tblGrid>
              <a:tr h="346707">
                <a:tc>
                  <a:txBody>
                    <a:bodyPr/>
                    <a:lstStyle/>
                    <a:p>
                      <a:r>
                        <a:rPr lang="en-US" dirty="0"/>
                        <a:t>In </a:t>
                      </a:r>
                      <a:r>
                        <a:rPr lang="en-US" dirty="0" err="1"/>
                        <a:t>dex</a:t>
                      </a:r>
                      <a:endParaRPr lang="en-IN" dirty="0"/>
                    </a:p>
                  </a:txBody>
                  <a:tcPr/>
                </a:tc>
                <a:tc>
                  <a:txBody>
                    <a:bodyPr/>
                    <a:lstStyle/>
                    <a:p>
                      <a:r>
                        <a:rPr lang="en-US" dirty="0"/>
                        <a:t>Missing</a:t>
                      </a:r>
                      <a:endParaRPr lang="en-IN" dirty="0"/>
                    </a:p>
                  </a:txBody>
                  <a:tcPr/>
                </a:tc>
                <a:extLst>
                  <a:ext uri="{0D108BD9-81ED-4DB2-BD59-A6C34878D82A}">
                    <a16:rowId xmlns:a16="http://schemas.microsoft.com/office/drawing/2014/main" val="3589261315"/>
                  </a:ext>
                </a:extLst>
              </a:tr>
              <a:tr h="346707">
                <a:tc>
                  <a:txBody>
                    <a:bodyPr/>
                    <a:lstStyle/>
                    <a:p>
                      <a:r>
                        <a:rPr lang="en-US" dirty="0"/>
                        <a:t>X</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3925269445"/>
                  </a:ext>
                </a:extLst>
              </a:tr>
              <a:tr h="346707">
                <a:tc>
                  <a:txBody>
                    <a:bodyPr/>
                    <a:lstStyle/>
                    <a:p>
                      <a:r>
                        <a:rPr lang="en-US" dirty="0"/>
                        <a:t>Y</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1788243406"/>
                  </a:ext>
                </a:extLst>
              </a:tr>
              <a:tr h="346707">
                <a:tc>
                  <a:txBody>
                    <a:bodyPr/>
                    <a:lstStyle/>
                    <a:p>
                      <a:r>
                        <a:rPr lang="en-US" dirty="0"/>
                        <a:t>Month</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1969768911"/>
                  </a:ext>
                </a:extLst>
              </a:tr>
              <a:tr h="346707">
                <a:tc>
                  <a:txBody>
                    <a:bodyPr/>
                    <a:lstStyle/>
                    <a:p>
                      <a:r>
                        <a:rPr lang="en-US" dirty="0"/>
                        <a:t>Day</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969024826"/>
                  </a:ext>
                </a:extLst>
              </a:tr>
              <a:tr h="346707">
                <a:tc>
                  <a:txBody>
                    <a:bodyPr/>
                    <a:lstStyle/>
                    <a:p>
                      <a:r>
                        <a:rPr lang="en-US" dirty="0"/>
                        <a:t>FFMC</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2594133748"/>
                  </a:ext>
                </a:extLst>
              </a:tr>
              <a:tr h="346707">
                <a:tc>
                  <a:txBody>
                    <a:bodyPr/>
                    <a:lstStyle/>
                    <a:p>
                      <a:r>
                        <a:rPr lang="en-US" dirty="0"/>
                        <a:t>DMC</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3445776417"/>
                  </a:ext>
                </a:extLst>
              </a:tr>
              <a:tr h="346707">
                <a:tc>
                  <a:txBody>
                    <a:bodyPr/>
                    <a:lstStyle/>
                    <a:p>
                      <a:r>
                        <a:rPr lang="en-US" dirty="0"/>
                        <a:t>DC</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877926190"/>
                  </a:ext>
                </a:extLst>
              </a:tr>
              <a:tr h="346707">
                <a:tc>
                  <a:txBody>
                    <a:bodyPr/>
                    <a:lstStyle/>
                    <a:p>
                      <a:r>
                        <a:rPr lang="en-US" dirty="0"/>
                        <a:t>ISI</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2982817574"/>
                  </a:ext>
                </a:extLst>
              </a:tr>
              <a:tr h="346707">
                <a:tc>
                  <a:txBody>
                    <a:bodyPr/>
                    <a:lstStyle/>
                    <a:p>
                      <a:r>
                        <a:rPr lang="en-US" dirty="0"/>
                        <a:t>Temp</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477470936"/>
                  </a:ext>
                </a:extLst>
              </a:tr>
              <a:tr h="346707">
                <a:tc>
                  <a:txBody>
                    <a:bodyPr/>
                    <a:lstStyle/>
                    <a:p>
                      <a:r>
                        <a:rPr lang="en-US" dirty="0"/>
                        <a:t>RH</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4246143375"/>
                  </a:ext>
                </a:extLst>
              </a:tr>
              <a:tr h="346707">
                <a:tc>
                  <a:txBody>
                    <a:bodyPr/>
                    <a:lstStyle/>
                    <a:p>
                      <a:r>
                        <a:rPr lang="en-US" dirty="0"/>
                        <a:t>Wind</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3598606235"/>
                  </a:ext>
                </a:extLst>
              </a:tr>
              <a:tr h="346707">
                <a:tc>
                  <a:txBody>
                    <a:bodyPr/>
                    <a:lstStyle/>
                    <a:p>
                      <a:r>
                        <a:rPr lang="en-US" dirty="0"/>
                        <a:t>Rain</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1368365269"/>
                  </a:ext>
                </a:extLst>
              </a:tr>
              <a:tr h="346707">
                <a:tc>
                  <a:txBody>
                    <a:bodyPr/>
                    <a:lstStyle/>
                    <a:p>
                      <a:r>
                        <a:rPr lang="en-US" dirty="0"/>
                        <a:t>Area</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2780748511"/>
                  </a:ext>
                </a:extLst>
              </a:tr>
              <a:tr h="346707">
                <a:tc>
                  <a:txBody>
                    <a:bodyPr/>
                    <a:lstStyle/>
                    <a:p>
                      <a:r>
                        <a:rPr lang="en-US" dirty="0" err="1"/>
                        <a:t>Burnd</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1060440292"/>
                  </a:ext>
                </a:extLst>
              </a:tr>
              <a:tr h="346707">
                <a:tc>
                  <a:txBody>
                    <a:bodyPr/>
                    <a:lstStyle/>
                    <a:p>
                      <a:r>
                        <a:rPr lang="en-US" dirty="0" err="1"/>
                        <a:t>Log_area</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4003919511"/>
                  </a:ext>
                </a:extLst>
              </a:tr>
              <a:tr h="346707">
                <a:tc>
                  <a:txBody>
                    <a:bodyPr/>
                    <a:lstStyle/>
                    <a:p>
                      <a:r>
                        <a:rPr lang="en-US" dirty="0"/>
                        <a:t>Season</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2915651500"/>
                  </a:ext>
                </a:extLst>
              </a:tr>
              <a:tr h="346707">
                <a:tc>
                  <a:txBody>
                    <a:bodyPr/>
                    <a:lstStyle/>
                    <a:p>
                      <a:r>
                        <a:rPr lang="en-US" dirty="0" err="1"/>
                        <a:t>Tband</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386089585"/>
                  </a:ext>
                </a:extLst>
              </a:tr>
            </a:tbl>
          </a:graphicData>
        </a:graphic>
      </p:graphicFrame>
    </p:spTree>
    <p:extLst>
      <p:ext uri="{BB962C8B-B14F-4D97-AF65-F5344CB8AC3E}">
        <p14:creationId xmlns:p14="http://schemas.microsoft.com/office/powerpoint/2010/main" val="723561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8DCA46-603B-4178-8707-30E192CE6B8D}"/>
              </a:ext>
            </a:extLst>
          </p:cNvPr>
          <p:cNvSpPr>
            <a:spLocks noGrp="1"/>
          </p:cNvSpPr>
          <p:nvPr>
            <p:ph type="title"/>
          </p:nvPr>
        </p:nvSpPr>
        <p:spPr/>
        <p:txBody>
          <a:bodyPr/>
          <a:lstStyle/>
          <a:p>
            <a:r>
              <a:rPr lang="en-IN" dirty="0"/>
              <a:t>Descriptive Statistics</a:t>
            </a:r>
            <a:endParaRPr lang="en-US" dirty="0"/>
          </a:p>
        </p:txBody>
      </p:sp>
      <p:sp>
        <p:nvSpPr>
          <p:cNvPr id="2" name="Footer Placeholder 1">
            <a:extLst>
              <a:ext uri="{FF2B5EF4-FFF2-40B4-BE49-F238E27FC236}">
                <a16:creationId xmlns:a16="http://schemas.microsoft.com/office/drawing/2014/main" id="{338242DD-860A-4446-A9ED-6BCEE87AC13E}"/>
              </a:ext>
            </a:extLst>
          </p:cNvPr>
          <p:cNvSpPr>
            <a:spLocks noGrp="1"/>
          </p:cNvSpPr>
          <p:nvPr>
            <p:ph type="ftr" sz="quarter" idx="12"/>
          </p:nvPr>
        </p:nvSpPr>
        <p:spPr/>
        <p:txBody>
          <a:bodyPr/>
          <a:lstStyle/>
          <a:p>
            <a:r>
              <a:rPr lang="en-US" dirty="0"/>
              <a:t>ADD A FOOTER</a:t>
            </a:r>
          </a:p>
        </p:txBody>
      </p:sp>
      <p:sp>
        <p:nvSpPr>
          <p:cNvPr id="3" name="Slide Number Placeholder 2">
            <a:extLst>
              <a:ext uri="{FF2B5EF4-FFF2-40B4-BE49-F238E27FC236}">
                <a16:creationId xmlns:a16="http://schemas.microsoft.com/office/drawing/2014/main" id="{D2702AE2-358E-4E9A-AF91-90EFED7991A0}"/>
              </a:ext>
            </a:extLst>
          </p:cNvPr>
          <p:cNvSpPr>
            <a:spLocks noGrp="1"/>
          </p:cNvSpPr>
          <p:nvPr>
            <p:ph type="sldNum" sz="quarter" idx="10"/>
          </p:nvPr>
        </p:nvSpPr>
        <p:spPr/>
        <p:txBody>
          <a:bodyPr/>
          <a:lstStyle/>
          <a:p>
            <a:fld id="{D495E168-DA5E-4888-8D8A-92B118324C14}" type="slidenum">
              <a:rPr lang="en-US" smtClean="0"/>
              <a:pPr/>
              <a:t>10</a:t>
            </a:fld>
            <a:endParaRPr lang="en-US" dirty="0"/>
          </a:p>
        </p:txBody>
      </p:sp>
      <p:sp>
        <p:nvSpPr>
          <p:cNvPr id="6" name="Rectangle 5">
            <a:extLst>
              <a:ext uri="{FF2B5EF4-FFF2-40B4-BE49-F238E27FC236}">
                <a16:creationId xmlns:a16="http://schemas.microsoft.com/office/drawing/2014/main" id="{6572B11C-9F69-46C3-8E71-FCC3A0F9906D}"/>
              </a:ext>
            </a:extLst>
          </p:cNvPr>
          <p:cNvSpPr/>
          <p:nvPr/>
        </p:nvSpPr>
        <p:spPr>
          <a:xfrm>
            <a:off x="533400" y="2551837"/>
            <a:ext cx="11049000" cy="2246769"/>
          </a:xfrm>
          <a:prstGeom prst="rect">
            <a:avLst/>
          </a:prstGeom>
        </p:spPr>
        <p:txBody>
          <a:bodyPr wrap="square">
            <a:spAutoFit/>
          </a:bodyPr>
          <a:lstStyle/>
          <a:p>
            <a:r>
              <a:rPr lang="en-US" sz="2800" dirty="0">
                <a:solidFill>
                  <a:schemeClr val="bg2">
                    <a:lumMod val="40000"/>
                    <a:lumOff val="60000"/>
                  </a:schemeClr>
                </a:solidFill>
              </a:rPr>
              <a:t>The average temperature is 18.89 deg C and the average relative humidity is 44.29%. The mean burned area is 12.85 ha while the median is 0.52 ha, and the maximum is 1090.84 ha. Since the mean is far above the median, a few very large fires pull the average up. Rain is almost always 0 (mean 0.02 mm).</a:t>
            </a:r>
            <a:endParaRPr lang="en-IN" sz="2800" dirty="0">
              <a:solidFill>
                <a:schemeClr val="bg2">
                  <a:lumMod val="40000"/>
                  <a:lumOff val="60000"/>
                </a:schemeClr>
              </a:solidFill>
            </a:endParaRPr>
          </a:p>
        </p:txBody>
      </p:sp>
    </p:spTree>
    <p:extLst>
      <p:ext uri="{BB962C8B-B14F-4D97-AF65-F5344CB8AC3E}">
        <p14:creationId xmlns:p14="http://schemas.microsoft.com/office/powerpoint/2010/main" val="59582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FE742C2-14D1-440F-8840-92E0A3DC4FA0}"/>
              </a:ext>
            </a:extLst>
          </p:cNvPr>
          <p:cNvSpPr>
            <a:spLocks noGrp="1"/>
          </p:cNvSpPr>
          <p:nvPr>
            <p:ph type="sldNum" sz="quarter" idx="10"/>
          </p:nvPr>
        </p:nvSpPr>
        <p:spPr/>
        <p:txBody>
          <a:bodyPr/>
          <a:lstStyle/>
          <a:p>
            <a:fld id="{D495E168-DA5E-4888-8D8A-92B118324C14}" type="slidenum">
              <a:rPr lang="en-US" noProof="0" smtClean="0"/>
              <a:pPr/>
              <a:t>11</a:t>
            </a:fld>
            <a:endParaRPr lang="en-US" noProof="0" dirty="0"/>
          </a:p>
        </p:txBody>
      </p:sp>
      <p:sp>
        <p:nvSpPr>
          <p:cNvPr id="4" name="Footer Placeholder 3">
            <a:extLst>
              <a:ext uri="{FF2B5EF4-FFF2-40B4-BE49-F238E27FC236}">
                <a16:creationId xmlns:a16="http://schemas.microsoft.com/office/drawing/2014/main" id="{ADA2D450-5084-4865-9E38-0D01C1711927}"/>
              </a:ext>
            </a:extLst>
          </p:cNvPr>
          <p:cNvSpPr>
            <a:spLocks noGrp="1"/>
          </p:cNvSpPr>
          <p:nvPr>
            <p:ph type="ftr" sz="quarter" idx="12"/>
          </p:nvPr>
        </p:nvSpPr>
        <p:spPr/>
        <p:txBody>
          <a:bodyPr/>
          <a:lstStyle/>
          <a:p>
            <a:r>
              <a:rPr lang="en-US" noProof="0"/>
              <a:t>ADD A FOOTER</a:t>
            </a:r>
            <a:endParaRPr lang="en-US" noProof="0" dirty="0"/>
          </a:p>
        </p:txBody>
      </p:sp>
      <p:graphicFrame>
        <p:nvGraphicFramePr>
          <p:cNvPr id="10" name="Content Placeholder 9">
            <a:extLst>
              <a:ext uri="{FF2B5EF4-FFF2-40B4-BE49-F238E27FC236}">
                <a16:creationId xmlns:a16="http://schemas.microsoft.com/office/drawing/2014/main" id="{5472FAB9-6437-45BF-9BCB-9C7875550B97}"/>
              </a:ext>
            </a:extLst>
          </p:cNvPr>
          <p:cNvGraphicFramePr>
            <a:graphicFrameLocks noGrp="1"/>
          </p:cNvGraphicFramePr>
          <p:nvPr>
            <p:ph idx="1"/>
            <p:extLst>
              <p:ext uri="{D42A27DB-BD31-4B8C-83A1-F6EECF244321}">
                <p14:modId xmlns:p14="http://schemas.microsoft.com/office/powerpoint/2010/main" val="649449367"/>
              </p:ext>
            </p:extLst>
          </p:nvPr>
        </p:nvGraphicFramePr>
        <p:xfrm>
          <a:off x="838200" y="1825625"/>
          <a:ext cx="10515600" cy="4754880"/>
        </p:xfrm>
        <a:graphic>
          <a:graphicData uri="http://schemas.openxmlformats.org/drawingml/2006/table">
            <a:tbl>
              <a:tblPr firstRow="1" bandRow="1">
                <a:tableStyleId>{B301B821-A1FF-4177-AEE7-76D212191A09}</a:tableStyleId>
              </a:tblPr>
              <a:tblGrid>
                <a:gridCol w="1168400">
                  <a:extLst>
                    <a:ext uri="{9D8B030D-6E8A-4147-A177-3AD203B41FA5}">
                      <a16:colId xmlns:a16="http://schemas.microsoft.com/office/drawing/2014/main" val="2180499095"/>
                    </a:ext>
                  </a:extLst>
                </a:gridCol>
                <a:gridCol w="1168400">
                  <a:extLst>
                    <a:ext uri="{9D8B030D-6E8A-4147-A177-3AD203B41FA5}">
                      <a16:colId xmlns:a16="http://schemas.microsoft.com/office/drawing/2014/main" val="874055214"/>
                    </a:ext>
                  </a:extLst>
                </a:gridCol>
                <a:gridCol w="1168400">
                  <a:extLst>
                    <a:ext uri="{9D8B030D-6E8A-4147-A177-3AD203B41FA5}">
                      <a16:colId xmlns:a16="http://schemas.microsoft.com/office/drawing/2014/main" val="3430576292"/>
                    </a:ext>
                  </a:extLst>
                </a:gridCol>
                <a:gridCol w="1168400">
                  <a:extLst>
                    <a:ext uri="{9D8B030D-6E8A-4147-A177-3AD203B41FA5}">
                      <a16:colId xmlns:a16="http://schemas.microsoft.com/office/drawing/2014/main" val="3259644650"/>
                    </a:ext>
                  </a:extLst>
                </a:gridCol>
                <a:gridCol w="1168400">
                  <a:extLst>
                    <a:ext uri="{9D8B030D-6E8A-4147-A177-3AD203B41FA5}">
                      <a16:colId xmlns:a16="http://schemas.microsoft.com/office/drawing/2014/main" val="3206513894"/>
                    </a:ext>
                  </a:extLst>
                </a:gridCol>
                <a:gridCol w="1168400">
                  <a:extLst>
                    <a:ext uri="{9D8B030D-6E8A-4147-A177-3AD203B41FA5}">
                      <a16:colId xmlns:a16="http://schemas.microsoft.com/office/drawing/2014/main" val="1693567430"/>
                    </a:ext>
                  </a:extLst>
                </a:gridCol>
                <a:gridCol w="1168400">
                  <a:extLst>
                    <a:ext uri="{9D8B030D-6E8A-4147-A177-3AD203B41FA5}">
                      <a16:colId xmlns:a16="http://schemas.microsoft.com/office/drawing/2014/main" val="2026604688"/>
                    </a:ext>
                  </a:extLst>
                </a:gridCol>
                <a:gridCol w="1168400">
                  <a:extLst>
                    <a:ext uri="{9D8B030D-6E8A-4147-A177-3AD203B41FA5}">
                      <a16:colId xmlns:a16="http://schemas.microsoft.com/office/drawing/2014/main" val="3873715046"/>
                    </a:ext>
                  </a:extLst>
                </a:gridCol>
                <a:gridCol w="1168400">
                  <a:extLst>
                    <a:ext uri="{9D8B030D-6E8A-4147-A177-3AD203B41FA5}">
                      <a16:colId xmlns:a16="http://schemas.microsoft.com/office/drawing/2014/main" val="1101003674"/>
                    </a:ext>
                  </a:extLst>
                </a:gridCol>
              </a:tblGrid>
              <a:tr h="358306">
                <a:tc>
                  <a:txBody>
                    <a:bodyPr/>
                    <a:lstStyle/>
                    <a:p>
                      <a:r>
                        <a:rPr lang="en-US" dirty="0"/>
                        <a:t>index</a:t>
                      </a:r>
                      <a:endParaRPr lang="en-IN" dirty="0"/>
                    </a:p>
                  </a:txBody>
                  <a:tcPr/>
                </a:tc>
                <a:tc>
                  <a:txBody>
                    <a:bodyPr/>
                    <a:lstStyle/>
                    <a:p>
                      <a:r>
                        <a:rPr lang="en-US" dirty="0"/>
                        <a:t>Count</a:t>
                      </a:r>
                      <a:endParaRPr lang="en-IN" dirty="0"/>
                    </a:p>
                  </a:txBody>
                  <a:tcPr/>
                </a:tc>
                <a:tc>
                  <a:txBody>
                    <a:bodyPr/>
                    <a:lstStyle/>
                    <a:p>
                      <a:r>
                        <a:rPr lang="en-US" dirty="0"/>
                        <a:t>mean</a:t>
                      </a:r>
                      <a:endParaRPr lang="en-IN" dirty="0"/>
                    </a:p>
                  </a:txBody>
                  <a:tcPr/>
                </a:tc>
                <a:tc>
                  <a:txBody>
                    <a:bodyPr/>
                    <a:lstStyle/>
                    <a:p>
                      <a:r>
                        <a:rPr lang="en-US" dirty="0"/>
                        <a:t>Std</a:t>
                      </a:r>
                      <a:endParaRPr lang="en-IN" dirty="0"/>
                    </a:p>
                  </a:txBody>
                  <a:tcPr/>
                </a:tc>
                <a:tc>
                  <a:txBody>
                    <a:bodyPr/>
                    <a:lstStyle/>
                    <a:p>
                      <a:r>
                        <a:rPr lang="en-US" dirty="0"/>
                        <a:t>min</a:t>
                      </a:r>
                      <a:endParaRPr lang="en-IN" dirty="0"/>
                    </a:p>
                  </a:txBody>
                  <a:tcPr/>
                </a:tc>
                <a:tc>
                  <a:txBody>
                    <a:bodyPr/>
                    <a:lstStyle/>
                    <a:p>
                      <a:r>
                        <a:rPr lang="en-US" dirty="0"/>
                        <a:t>25%</a:t>
                      </a:r>
                      <a:endParaRPr lang="en-IN" dirty="0"/>
                    </a:p>
                  </a:txBody>
                  <a:tcPr/>
                </a:tc>
                <a:tc>
                  <a:txBody>
                    <a:bodyPr/>
                    <a:lstStyle/>
                    <a:p>
                      <a:r>
                        <a:rPr lang="en-US" dirty="0"/>
                        <a:t>50%</a:t>
                      </a:r>
                      <a:endParaRPr lang="en-IN" dirty="0"/>
                    </a:p>
                  </a:txBody>
                  <a:tcPr/>
                </a:tc>
                <a:tc>
                  <a:txBody>
                    <a:bodyPr/>
                    <a:lstStyle/>
                    <a:p>
                      <a:r>
                        <a:rPr lang="en-US" dirty="0"/>
                        <a:t>75%</a:t>
                      </a:r>
                      <a:endParaRPr lang="en-IN" dirty="0"/>
                    </a:p>
                  </a:txBody>
                  <a:tcPr/>
                </a:tc>
                <a:tc>
                  <a:txBody>
                    <a:bodyPr/>
                    <a:lstStyle/>
                    <a:p>
                      <a:r>
                        <a:rPr lang="en-US" dirty="0"/>
                        <a:t>Max</a:t>
                      </a:r>
                      <a:endParaRPr lang="en-IN" dirty="0"/>
                    </a:p>
                  </a:txBody>
                  <a:tcPr/>
                </a:tc>
                <a:extLst>
                  <a:ext uri="{0D108BD9-81ED-4DB2-BD59-A6C34878D82A}">
                    <a16:rowId xmlns:a16="http://schemas.microsoft.com/office/drawing/2014/main" val="1358373964"/>
                  </a:ext>
                </a:extLst>
              </a:tr>
              <a:tr h="358306">
                <a:tc>
                  <a:txBody>
                    <a:bodyPr/>
                    <a:lstStyle/>
                    <a:p>
                      <a:r>
                        <a:rPr lang="en-US" dirty="0"/>
                        <a:t>X</a:t>
                      </a:r>
                      <a:endParaRPr lang="en-IN" dirty="0"/>
                    </a:p>
                  </a:txBody>
                  <a:tcPr/>
                </a:tc>
                <a:tc>
                  <a:txBody>
                    <a:bodyPr/>
                    <a:lstStyle/>
                    <a:p>
                      <a:r>
                        <a:rPr lang="en-US" dirty="0"/>
                        <a:t>517.0</a:t>
                      </a:r>
                      <a:endParaRPr lang="en-IN" dirty="0"/>
                    </a:p>
                  </a:txBody>
                  <a:tcPr/>
                </a:tc>
                <a:tc>
                  <a:txBody>
                    <a:bodyPr/>
                    <a:lstStyle/>
                    <a:p>
                      <a:r>
                        <a:rPr lang="en-US" dirty="0"/>
                        <a:t>4.67</a:t>
                      </a:r>
                      <a:endParaRPr lang="en-IN" dirty="0"/>
                    </a:p>
                  </a:txBody>
                  <a:tcPr/>
                </a:tc>
                <a:tc>
                  <a:txBody>
                    <a:bodyPr/>
                    <a:lstStyle/>
                    <a:p>
                      <a:r>
                        <a:rPr lang="en-US" dirty="0"/>
                        <a:t>2031</a:t>
                      </a:r>
                      <a:endParaRPr lang="en-IN" dirty="0"/>
                    </a:p>
                  </a:txBody>
                  <a:tcPr/>
                </a:tc>
                <a:tc>
                  <a:txBody>
                    <a:bodyPr/>
                    <a:lstStyle/>
                    <a:p>
                      <a:r>
                        <a:rPr lang="en-US" dirty="0"/>
                        <a:t>1.0</a:t>
                      </a:r>
                      <a:endParaRPr lang="en-IN" dirty="0"/>
                    </a:p>
                  </a:txBody>
                  <a:tcPr/>
                </a:tc>
                <a:tc>
                  <a:txBody>
                    <a:bodyPr/>
                    <a:lstStyle/>
                    <a:p>
                      <a:r>
                        <a:rPr lang="en-US" dirty="0"/>
                        <a:t>3</a:t>
                      </a:r>
                      <a:endParaRPr lang="en-IN" dirty="0"/>
                    </a:p>
                  </a:txBody>
                  <a:tcPr/>
                </a:tc>
                <a:tc>
                  <a:txBody>
                    <a:bodyPr/>
                    <a:lstStyle/>
                    <a:p>
                      <a:r>
                        <a:rPr lang="en-US" dirty="0"/>
                        <a:t>4</a:t>
                      </a:r>
                      <a:endParaRPr lang="en-IN" dirty="0"/>
                    </a:p>
                  </a:txBody>
                  <a:tcPr/>
                </a:tc>
                <a:tc>
                  <a:txBody>
                    <a:bodyPr/>
                    <a:lstStyle/>
                    <a:p>
                      <a:r>
                        <a:rPr lang="en-US" dirty="0"/>
                        <a:t>7.0</a:t>
                      </a:r>
                      <a:endParaRPr lang="en-IN" dirty="0"/>
                    </a:p>
                  </a:txBody>
                  <a:tcPr/>
                </a:tc>
                <a:tc>
                  <a:txBody>
                    <a:bodyPr/>
                    <a:lstStyle/>
                    <a:p>
                      <a:r>
                        <a:rPr lang="en-US" dirty="0"/>
                        <a:t>9.0</a:t>
                      </a:r>
                      <a:endParaRPr lang="en-IN" dirty="0"/>
                    </a:p>
                  </a:txBody>
                  <a:tcPr/>
                </a:tc>
                <a:extLst>
                  <a:ext uri="{0D108BD9-81ED-4DB2-BD59-A6C34878D82A}">
                    <a16:rowId xmlns:a16="http://schemas.microsoft.com/office/drawing/2014/main" val="1551632517"/>
                  </a:ext>
                </a:extLst>
              </a:tr>
              <a:tr h="358306">
                <a:tc>
                  <a:txBody>
                    <a:bodyPr/>
                    <a:lstStyle/>
                    <a:p>
                      <a:r>
                        <a:rPr lang="en-US" dirty="0"/>
                        <a:t>Y</a:t>
                      </a:r>
                      <a:endParaRPr lang="en-IN" dirty="0"/>
                    </a:p>
                  </a:txBody>
                  <a:tcPr/>
                </a:tc>
                <a:tc>
                  <a:txBody>
                    <a:bodyPr/>
                    <a:lstStyle/>
                    <a:p>
                      <a:r>
                        <a:rPr lang="en-US" dirty="0"/>
                        <a:t>517.0</a:t>
                      </a:r>
                      <a:endParaRPr lang="en-IN" dirty="0"/>
                    </a:p>
                  </a:txBody>
                  <a:tcPr/>
                </a:tc>
                <a:tc>
                  <a:txBody>
                    <a:bodyPr/>
                    <a:lstStyle/>
                    <a:p>
                      <a:r>
                        <a:rPr lang="en-US" dirty="0"/>
                        <a:t>4.3</a:t>
                      </a:r>
                      <a:endParaRPr lang="en-IN" dirty="0"/>
                    </a:p>
                  </a:txBody>
                  <a:tcPr/>
                </a:tc>
                <a:tc>
                  <a:txBody>
                    <a:bodyPr/>
                    <a:lstStyle/>
                    <a:p>
                      <a:r>
                        <a:rPr lang="en-US" dirty="0"/>
                        <a:t>1.23</a:t>
                      </a:r>
                      <a:endParaRPr lang="en-IN" dirty="0"/>
                    </a:p>
                  </a:txBody>
                  <a:tcPr/>
                </a:tc>
                <a:tc>
                  <a:txBody>
                    <a:bodyPr/>
                    <a:lstStyle/>
                    <a:p>
                      <a:r>
                        <a:rPr lang="en-US" dirty="0"/>
                        <a:t>2.0</a:t>
                      </a:r>
                      <a:endParaRPr lang="en-IN" dirty="0"/>
                    </a:p>
                  </a:txBody>
                  <a:tcPr/>
                </a:tc>
                <a:tc>
                  <a:txBody>
                    <a:bodyPr/>
                    <a:lstStyle/>
                    <a:p>
                      <a:r>
                        <a:rPr lang="en-US" dirty="0"/>
                        <a:t>4</a:t>
                      </a:r>
                      <a:endParaRPr lang="en-IN" dirty="0"/>
                    </a:p>
                  </a:txBody>
                  <a:tcPr/>
                </a:tc>
                <a:tc>
                  <a:txBody>
                    <a:bodyPr/>
                    <a:lstStyle/>
                    <a:p>
                      <a:r>
                        <a:rPr lang="en-US" dirty="0"/>
                        <a:t>4</a:t>
                      </a:r>
                      <a:endParaRPr lang="en-IN" dirty="0"/>
                    </a:p>
                  </a:txBody>
                  <a:tcPr/>
                </a:tc>
                <a:tc>
                  <a:txBody>
                    <a:bodyPr/>
                    <a:lstStyle/>
                    <a:p>
                      <a:r>
                        <a:rPr lang="en-US" dirty="0"/>
                        <a:t>5.0</a:t>
                      </a:r>
                      <a:endParaRPr lang="en-IN" dirty="0"/>
                    </a:p>
                  </a:txBody>
                  <a:tcPr/>
                </a:tc>
                <a:tc>
                  <a:txBody>
                    <a:bodyPr/>
                    <a:lstStyle/>
                    <a:p>
                      <a:r>
                        <a:rPr lang="en-US" dirty="0"/>
                        <a:t>9.0</a:t>
                      </a:r>
                      <a:endParaRPr lang="en-IN" dirty="0"/>
                    </a:p>
                  </a:txBody>
                  <a:tcPr/>
                </a:tc>
                <a:extLst>
                  <a:ext uri="{0D108BD9-81ED-4DB2-BD59-A6C34878D82A}">
                    <a16:rowId xmlns:a16="http://schemas.microsoft.com/office/drawing/2014/main" val="2881043922"/>
                  </a:ext>
                </a:extLst>
              </a:tr>
              <a:tr h="358306">
                <a:tc>
                  <a:txBody>
                    <a:bodyPr/>
                    <a:lstStyle/>
                    <a:p>
                      <a:r>
                        <a:rPr lang="en-US" dirty="0"/>
                        <a:t>FFMC</a:t>
                      </a:r>
                      <a:endParaRPr lang="en-IN" dirty="0"/>
                    </a:p>
                  </a:txBody>
                  <a:tcPr/>
                </a:tc>
                <a:tc>
                  <a:txBody>
                    <a:bodyPr/>
                    <a:lstStyle/>
                    <a:p>
                      <a:r>
                        <a:rPr lang="en-US" dirty="0"/>
                        <a:t>517.0</a:t>
                      </a:r>
                      <a:endParaRPr lang="en-IN" dirty="0"/>
                    </a:p>
                  </a:txBody>
                  <a:tcPr/>
                </a:tc>
                <a:tc>
                  <a:txBody>
                    <a:bodyPr/>
                    <a:lstStyle/>
                    <a:p>
                      <a:r>
                        <a:rPr lang="en-US" dirty="0"/>
                        <a:t>90.64</a:t>
                      </a:r>
                      <a:endParaRPr lang="en-IN" dirty="0"/>
                    </a:p>
                  </a:txBody>
                  <a:tcPr/>
                </a:tc>
                <a:tc>
                  <a:txBody>
                    <a:bodyPr/>
                    <a:lstStyle/>
                    <a:p>
                      <a:r>
                        <a:rPr lang="en-US" dirty="0"/>
                        <a:t>5.52</a:t>
                      </a:r>
                      <a:endParaRPr lang="en-IN" dirty="0"/>
                    </a:p>
                  </a:txBody>
                  <a:tcPr/>
                </a:tc>
                <a:tc>
                  <a:txBody>
                    <a:bodyPr/>
                    <a:lstStyle/>
                    <a:p>
                      <a:r>
                        <a:rPr lang="en-US" dirty="0"/>
                        <a:t>18.7</a:t>
                      </a:r>
                      <a:endParaRPr lang="en-IN" dirty="0"/>
                    </a:p>
                  </a:txBody>
                  <a:tcPr/>
                </a:tc>
                <a:tc>
                  <a:txBody>
                    <a:bodyPr/>
                    <a:lstStyle/>
                    <a:p>
                      <a:r>
                        <a:rPr lang="en-US" dirty="0"/>
                        <a:t>90.2</a:t>
                      </a:r>
                      <a:endParaRPr lang="en-IN" dirty="0"/>
                    </a:p>
                  </a:txBody>
                  <a:tcPr/>
                </a:tc>
                <a:tc>
                  <a:txBody>
                    <a:bodyPr/>
                    <a:lstStyle/>
                    <a:p>
                      <a:r>
                        <a:rPr lang="en-US" dirty="0"/>
                        <a:t>91.6</a:t>
                      </a:r>
                      <a:endParaRPr lang="en-IN" dirty="0"/>
                    </a:p>
                  </a:txBody>
                  <a:tcPr/>
                </a:tc>
                <a:tc>
                  <a:txBody>
                    <a:bodyPr/>
                    <a:lstStyle/>
                    <a:p>
                      <a:r>
                        <a:rPr lang="en-US" dirty="0"/>
                        <a:t>92.9</a:t>
                      </a:r>
                      <a:endParaRPr lang="en-IN" dirty="0"/>
                    </a:p>
                  </a:txBody>
                  <a:tcPr/>
                </a:tc>
                <a:tc>
                  <a:txBody>
                    <a:bodyPr/>
                    <a:lstStyle/>
                    <a:p>
                      <a:r>
                        <a:rPr lang="en-US" dirty="0"/>
                        <a:t>96.2</a:t>
                      </a:r>
                      <a:endParaRPr lang="en-IN" dirty="0"/>
                    </a:p>
                  </a:txBody>
                  <a:tcPr/>
                </a:tc>
                <a:extLst>
                  <a:ext uri="{0D108BD9-81ED-4DB2-BD59-A6C34878D82A}">
                    <a16:rowId xmlns:a16="http://schemas.microsoft.com/office/drawing/2014/main" val="2528266418"/>
                  </a:ext>
                </a:extLst>
              </a:tr>
              <a:tr h="358306">
                <a:tc>
                  <a:txBody>
                    <a:bodyPr/>
                    <a:lstStyle/>
                    <a:p>
                      <a:r>
                        <a:rPr lang="en-US" dirty="0"/>
                        <a:t>DMC</a:t>
                      </a:r>
                      <a:endParaRPr lang="en-IN" dirty="0"/>
                    </a:p>
                  </a:txBody>
                  <a:tcPr/>
                </a:tc>
                <a:tc>
                  <a:txBody>
                    <a:bodyPr/>
                    <a:lstStyle/>
                    <a:p>
                      <a:r>
                        <a:rPr lang="en-US" dirty="0"/>
                        <a:t>517.0</a:t>
                      </a:r>
                      <a:endParaRPr lang="en-IN" dirty="0"/>
                    </a:p>
                  </a:txBody>
                  <a:tcPr/>
                </a:tc>
                <a:tc>
                  <a:txBody>
                    <a:bodyPr/>
                    <a:lstStyle/>
                    <a:p>
                      <a:r>
                        <a:rPr lang="en-US" dirty="0"/>
                        <a:t>110.87</a:t>
                      </a:r>
                      <a:endParaRPr lang="en-IN" dirty="0"/>
                    </a:p>
                  </a:txBody>
                  <a:tcPr/>
                </a:tc>
                <a:tc>
                  <a:txBody>
                    <a:bodyPr/>
                    <a:lstStyle/>
                    <a:p>
                      <a:r>
                        <a:rPr lang="en-US" dirty="0"/>
                        <a:t>64.05</a:t>
                      </a:r>
                      <a:endParaRPr lang="en-IN" dirty="0"/>
                    </a:p>
                  </a:txBody>
                  <a:tcPr/>
                </a:tc>
                <a:tc>
                  <a:txBody>
                    <a:bodyPr/>
                    <a:lstStyle/>
                    <a:p>
                      <a:r>
                        <a:rPr lang="en-US" dirty="0"/>
                        <a:t>1.1</a:t>
                      </a:r>
                      <a:endParaRPr lang="en-IN" dirty="0"/>
                    </a:p>
                  </a:txBody>
                  <a:tcPr/>
                </a:tc>
                <a:tc>
                  <a:txBody>
                    <a:bodyPr/>
                    <a:lstStyle/>
                    <a:p>
                      <a:r>
                        <a:rPr lang="en-US" dirty="0"/>
                        <a:t>68.2</a:t>
                      </a:r>
                      <a:endParaRPr lang="en-IN" dirty="0"/>
                    </a:p>
                  </a:txBody>
                  <a:tcPr/>
                </a:tc>
                <a:tc>
                  <a:txBody>
                    <a:bodyPr/>
                    <a:lstStyle/>
                    <a:p>
                      <a:r>
                        <a:rPr lang="en-US" dirty="0"/>
                        <a:t>108.3</a:t>
                      </a:r>
                      <a:endParaRPr lang="en-IN" dirty="0"/>
                    </a:p>
                  </a:txBody>
                  <a:tcPr/>
                </a:tc>
                <a:tc>
                  <a:txBody>
                    <a:bodyPr/>
                    <a:lstStyle/>
                    <a:p>
                      <a:r>
                        <a:rPr lang="en-US" dirty="0"/>
                        <a:t>142.4</a:t>
                      </a:r>
                      <a:endParaRPr lang="en-IN" dirty="0"/>
                    </a:p>
                  </a:txBody>
                  <a:tcPr/>
                </a:tc>
                <a:tc>
                  <a:txBody>
                    <a:bodyPr/>
                    <a:lstStyle/>
                    <a:p>
                      <a:r>
                        <a:rPr lang="en-US" dirty="0"/>
                        <a:t>291.3</a:t>
                      </a:r>
                      <a:endParaRPr lang="en-IN" dirty="0"/>
                    </a:p>
                  </a:txBody>
                  <a:tcPr/>
                </a:tc>
                <a:extLst>
                  <a:ext uri="{0D108BD9-81ED-4DB2-BD59-A6C34878D82A}">
                    <a16:rowId xmlns:a16="http://schemas.microsoft.com/office/drawing/2014/main" val="2180126586"/>
                  </a:ext>
                </a:extLst>
              </a:tr>
              <a:tr h="358306">
                <a:tc>
                  <a:txBody>
                    <a:bodyPr/>
                    <a:lstStyle/>
                    <a:p>
                      <a:r>
                        <a:rPr lang="en-US" dirty="0"/>
                        <a:t>DC</a:t>
                      </a:r>
                      <a:endParaRPr lang="en-IN" dirty="0"/>
                    </a:p>
                  </a:txBody>
                  <a:tcPr/>
                </a:tc>
                <a:tc>
                  <a:txBody>
                    <a:bodyPr/>
                    <a:lstStyle/>
                    <a:p>
                      <a:r>
                        <a:rPr lang="en-US" dirty="0"/>
                        <a:t>517.0</a:t>
                      </a:r>
                      <a:endParaRPr lang="en-IN" dirty="0"/>
                    </a:p>
                  </a:txBody>
                  <a:tcPr/>
                </a:tc>
                <a:tc>
                  <a:txBody>
                    <a:bodyPr/>
                    <a:lstStyle/>
                    <a:p>
                      <a:r>
                        <a:rPr lang="en-US" dirty="0"/>
                        <a:t>547.94</a:t>
                      </a:r>
                      <a:endParaRPr lang="en-IN" dirty="0"/>
                    </a:p>
                  </a:txBody>
                  <a:tcPr/>
                </a:tc>
                <a:tc>
                  <a:txBody>
                    <a:bodyPr/>
                    <a:lstStyle/>
                    <a:p>
                      <a:r>
                        <a:rPr lang="en-US" dirty="0"/>
                        <a:t>248.07</a:t>
                      </a:r>
                      <a:endParaRPr lang="en-IN" dirty="0"/>
                    </a:p>
                  </a:txBody>
                  <a:tcPr/>
                </a:tc>
                <a:tc>
                  <a:txBody>
                    <a:bodyPr/>
                    <a:lstStyle/>
                    <a:p>
                      <a:r>
                        <a:rPr lang="en-US" dirty="0"/>
                        <a:t>7.9</a:t>
                      </a:r>
                      <a:endParaRPr lang="en-IN" dirty="0"/>
                    </a:p>
                  </a:txBody>
                  <a:tcPr/>
                </a:tc>
                <a:tc>
                  <a:txBody>
                    <a:bodyPr/>
                    <a:lstStyle/>
                    <a:p>
                      <a:r>
                        <a:rPr lang="en-US" dirty="0"/>
                        <a:t>437.7</a:t>
                      </a:r>
                      <a:endParaRPr lang="en-IN" dirty="0"/>
                    </a:p>
                  </a:txBody>
                  <a:tcPr/>
                </a:tc>
                <a:tc>
                  <a:txBody>
                    <a:bodyPr/>
                    <a:lstStyle/>
                    <a:p>
                      <a:r>
                        <a:rPr lang="en-US" dirty="0"/>
                        <a:t>664.2</a:t>
                      </a:r>
                      <a:endParaRPr lang="en-IN" dirty="0"/>
                    </a:p>
                  </a:txBody>
                  <a:tcPr/>
                </a:tc>
                <a:tc>
                  <a:txBody>
                    <a:bodyPr/>
                    <a:lstStyle/>
                    <a:p>
                      <a:r>
                        <a:rPr lang="en-US" dirty="0"/>
                        <a:t>713.9</a:t>
                      </a:r>
                      <a:endParaRPr lang="en-IN" dirty="0"/>
                    </a:p>
                  </a:txBody>
                  <a:tcPr/>
                </a:tc>
                <a:tc>
                  <a:txBody>
                    <a:bodyPr/>
                    <a:lstStyle/>
                    <a:p>
                      <a:r>
                        <a:rPr lang="en-US" dirty="0"/>
                        <a:t>860.6</a:t>
                      </a:r>
                      <a:endParaRPr lang="en-IN" dirty="0"/>
                    </a:p>
                  </a:txBody>
                  <a:tcPr/>
                </a:tc>
                <a:extLst>
                  <a:ext uri="{0D108BD9-81ED-4DB2-BD59-A6C34878D82A}">
                    <a16:rowId xmlns:a16="http://schemas.microsoft.com/office/drawing/2014/main" val="2518526488"/>
                  </a:ext>
                </a:extLst>
              </a:tr>
              <a:tr h="358306">
                <a:tc>
                  <a:txBody>
                    <a:bodyPr/>
                    <a:lstStyle/>
                    <a:p>
                      <a:r>
                        <a:rPr lang="en-US" dirty="0"/>
                        <a:t>ISI</a:t>
                      </a:r>
                      <a:endParaRPr lang="en-IN" dirty="0"/>
                    </a:p>
                  </a:txBody>
                  <a:tcPr/>
                </a:tc>
                <a:tc>
                  <a:txBody>
                    <a:bodyPr/>
                    <a:lstStyle/>
                    <a:p>
                      <a:r>
                        <a:rPr lang="en-US" dirty="0"/>
                        <a:t>517.0</a:t>
                      </a:r>
                      <a:endParaRPr lang="en-IN" dirty="0"/>
                    </a:p>
                  </a:txBody>
                  <a:tcPr/>
                </a:tc>
                <a:tc>
                  <a:txBody>
                    <a:bodyPr/>
                    <a:lstStyle/>
                    <a:p>
                      <a:r>
                        <a:rPr lang="en-US" dirty="0"/>
                        <a:t>9.02</a:t>
                      </a:r>
                      <a:endParaRPr lang="en-IN" dirty="0"/>
                    </a:p>
                  </a:txBody>
                  <a:tcPr/>
                </a:tc>
                <a:tc>
                  <a:txBody>
                    <a:bodyPr/>
                    <a:lstStyle/>
                    <a:p>
                      <a:r>
                        <a:rPr lang="en-US" dirty="0"/>
                        <a:t>4.56</a:t>
                      </a:r>
                      <a:endParaRPr lang="en-IN" dirty="0"/>
                    </a:p>
                  </a:txBody>
                  <a:tcPr/>
                </a:tc>
                <a:tc>
                  <a:txBody>
                    <a:bodyPr/>
                    <a:lstStyle/>
                    <a:p>
                      <a:r>
                        <a:rPr lang="en-US" dirty="0"/>
                        <a:t>0.0</a:t>
                      </a:r>
                      <a:endParaRPr lang="en-IN" dirty="0"/>
                    </a:p>
                  </a:txBody>
                  <a:tcPr/>
                </a:tc>
                <a:tc>
                  <a:txBody>
                    <a:bodyPr/>
                    <a:lstStyle/>
                    <a:p>
                      <a:r>
                        <a:rPr lang="en-US" dirty="0"/>
                        <a:t>6.5</a:t>
                      </a:r>
                      <a:endParaRPr lang="en-IN" dirty="0"/>
                    </a:p>
                  </a:txBody>
                  <a:tcPr/>
                </a:tc>
                <a:tc>
                  <a:txBody>
                    <a:bodyPr/>
                    <a:lstStyle/>
                    <a:p>
                      <a:r>
                        <a:rPr lang="en-US" dirty="0"/>
                        <a:t>8.4</a:t>
                      </a:r>
                      <a:endParaRPr lang="en-IN" dirty="0"/>
                    </a:p>
                  </a:txBody>
                  <a:tcPr/>
                </a:tc>
                <a:tc>
                  <a:txBody>
                    <a:bodyPr/>
                    <a:lstStyle/>
                    <a:p>
                      <a:r>
                        <a:rPr lang="en-US" dirty="0"/>
                        <a:t>10.8</a:t>
                      </a:r>
                      <a:endParaRPr lang="en-IN" dirty="0"/>
                    </a:p>
                  </a:txBody>
                  <a:tcPr/>
                </a:tc>
                <a:tc>
                  <a:txBody>
                    <a:bodyPr/>
                    <a:lstStyle/>
                    <a:p>
                      <a:r>
                        <a:rPr lang="en-US" dirty="0"/>
                        <a:t>56.1</a:t>
                      </a:r>
                      <a:endParaRPr lang="en-IN" dirty="0"/>
                    </a:p>
                  </a:txBody>
                  <a:tcPr/>
                </a:tc>
                <a:extLst>
                  <a:ext uri="{0D108BD9-81ED-4DB2-BD59-A6C34878D82A}">
                    <a16:rowId xmlns:a16="http://schemas.microsoft.com/office/drawing/2014/main" val="1697744723"/>
                  </a:ext>
                </a:extLst>
              </a:tr>
              <a:tr h="358306">
                <a:tc>
                  <a:txBody>
                    <a:bodyPr/>
                    <a:lstStyle/>
                    <a:p>
                      <a:r>
                        <a:rPr lang="en-US" dirty="0"/>
                        <a:t>Temp</a:t>
                      </a:r>
                      <a:endParaRPr lang="en-IN" dirty="0"/>
                    </a:p>
                  </a:txBody>
                  <a:tcPr/>
                </a:tc>
                <a:tc>
                  <a:txBody>
                    <a:bodyPr/>
                    <a:lstStyle/>
                    <a:p>
                      <a:r>
                        <a:rPr lang="en-US" dirty="0"/>
                        <a:t>517.0</a:t>
                      </a:r>
                      <a:endParaRPr lang="en-IN" dirty="0"/>
                    </a:p>
                  </a:txBody>
                  <a:tcPr/>
                </a:tc>
                <a:tc>
                  <a:txBody>
                    <a:bodyPr/>
                    <a:lstStyle/>
                    <a:p>
                      <a:r>
                        <a:rPr lang="en-US" dirty="0"/>
                        <a:t>18.87</a:t>
                      </a:r>
                      <a:endParaRPr lang="en-IN" dirty="0"/>
                    </a:p>
                  </a:txBody>
                  <a:tcPr/>
                </a:tc>
                <a:tc>
                  <a:txBody>
                    <a:bodyPr/>
                    <a:lstStyle/>
                    <a:p>
                      <a:r>
                        <a:rPr lang="en-US" dirty="0"/>
                        <a:t>5.81</a:t>
                      </a:r>
                      <a:endParaRPr lang="en-IN" dirty="0"/>
                    </a:p>
                  </a:txBody>
                  <a:tcPr/>
                </a:tc>
                <a:tc>
                  <a:txBody>
                    <a:bodyPr/>
                    <a:lstStyle/>
                    <a:p>
                      <a:r>
                        <a:rPr lang="en-US" dirty="0"/>
                        <a:t>2.2</a:t>
                      </a:r>
                      <a:endParaRPr lang="en-IN" dirty="0"/>
                    </a:p>
                  </a:txBody>
                  <a:tcPr/>
                </a:tc>
                <a:tc>
                  <a:txBody>
                    <a:bodyPr/>
                    <a:lstStyle/>
                    <a:p>
                      <a:r>
                        <a:rPr lang="en-US" dirty="0"/>
                        <a:t>15.5</a:t>
                      </a:r>
                      <a:endParaRPr lang="en-IN" dirty="0"/>
                    </a:p>
                  </a:txBody>
                  <a:tcPr/>
                </a:tc>
                <a:tc>
                  <a:txBody>
                    <a:bodyPr/>
                    <a:lstStyle/>
                    <a:p>
                      <a:r>
                        <a:rPr lang="en-US" dirty="0"/>
                        <a:t>19.3</a:t>
                      </a:r>
                      <a:endParaRPr lang="en-IN" dirty="0"/>
                    </a:p>
                  </a:txBody>
                  <a:tcPr/>
                </a:tc>
                <a:tc>
                  <a:txBody>
                    <a:bodyPr/>
                    <a:lstStyle/>
                    <a:p>
                      <a:r>
                        <a:rPr lang="en-US" dirty="0"/>
                        <a:t>22.8</a:t>
                      </a:r>
                      <a:endParaRPr lang="en-IN" dirty="0"/>
                    </a:p>
                  </a:txBody>
                  <a:tcPr/>
                </a:tc>
                <a:tc>
                  <a:txBody>
                    <a:bodyPr/>
                    <a:lstStyle/>
                    <a:p>
                      <a:r>
                        <a:rPr lang="en-US" dirty="0"/>
                        <a:t>33.3</a:t>
                      </a:r>
                      <a:endParaRPr lang="en-IN" dirty="0"/>
                    </a:p>
                  </a:txBody>
                  <a:tcPr/>
                </a:tc>
                <a:extLst>
                  <a:ext uri="{0D108BD9-81ED-4DB2-BD59-A6C34878D82A}">
                    <a16:rowId xmlns:a16="http://schemas.microsoft.com/office/drawing/2014/main" val="2995780093"/>
                  </a:ext>
                </a:extLst>
              </a:tr>
              <a:tr h="358306">
                <a:tc>
                  <a:txBody>
                    <a:bodyPr/>
                    <a:lstStyle/>
                    <a:p>
                      <a:r>
                        <a:rPr lang="en-US" dirty="0"/>
                        <a:t>RH</a:t>
                      </a:r>
                      <a:endParaRPr lang="en-IN" dirty="0"/>
                    </a:p>
                  </a:txBody>
                  <a:tcPr/>
                </a:tc>
                <a:tc>
                  <a:txBody>
                    <a:bodyPr/>
                    <a:lstStyle/>
                    <a:p>
                      <a:r>
                        <a:rPr lang="en-US" dirty="0"/>
                        <a:t>517.0</a:t>
                      </a:r>
                      <a:endParaRPr lang="en-IN" dirty="0"/>
                    </a:p>
                  </a:txBody>
                  <a:tcPr/>
                </a:tc>
                <a:tc>
                  <a:txBody>
                    <a:bodyPr/>
                    <a:lstStyle/>
                    <a:p>
                      <a:r>
                        <a:rPr lang="en-US" dirty="0"/>
                        <a:t>44.29</a:t>
                      </a:r>
                      <a:endParaRPr lang="en-IN" dirty="0"/>
                    </a:p>
                  </a:txBody>
                  <a:tcPr/>
                </a:tc>
                <a:tc>
                  <a:txBody>
                    <a:bodyPr/>
                    <a:lstStyle/>
                    <a:p>
                      <a:r>
                        <a:rPr lang="en-US" dirty="0"/>
                        <a:t>16.32</a:t>
                      </a:r>
                      <a:endParaRPr lang="en-IN" dirty="0"/>
                    </a:p>
                  </a:txBody>
                  <a:tcPr/>
                </a:tc>
                <a:tc>
                  <a:txBody>
                    <a:bodyPr/>
                    <a:lstStyle/>
                    <a:p>
                      <a:r>
                        <a:rPr lang="en-US" dirty="0"/>
                        <a:t>15.0</a:t>
                      </a:r>
                      <a:endParaRPr lang="en-IN" dirty="0"/>
                    </a:p>
                  </a:txBody>
                  <a:tcPr/>
                </a:tc>
                <a:tc>
                  <a:txBody>
                    <a:bodyPr/>
                    <a:lstStyle/>
                    <a:p>
                      <a:r>
                        <a:rPr lang="en-US" dirty="0"/>
                        <a:t>33.0</a:t>
                      </a:r>
                      <a:endParaRPr lang="en-IN" dirty="0"/>
                    </a:p>
                  </a:txBody>
                  <a:tcPr/>
                </a:tc>
                <a:tc>
                  <a:txBody>
                    <a:bodyPr/>
                    <a:lstStyle/>
                    <a:p>
                      <a:r>
                        <a:rPr lang="en-US" dirty="0"/>
                        <a:t>42.0</a:t>
                      </a:r>
                      <a:endParaRPr lang="en-IN" dirty="0"/>
                    </a:p>
                  </a:txBody>
                  <a:tcPr/>
                </a:tc>
                <a:tc>
                  <a:txBody>
                    <a:bodyPr/>
                    <a:lstStyle/>
                    <a:p>
                      <a:r>
                        <a:rPr lang="en-US" dirty="0"/>
                        <a:t>53.0</a:t>
                      </a:r>
                      <a:endParaRPr lang="en-IN" dirty="0"/>
                    </a:p>
                  </a:txBody>
                  <a:tcPr/>
                </a:tc>
                <a:tc>
                  <a:txBody>
                    <a:bodyPr/>
                    <a:lstStyle/>
                    <a:p>
                      <a:r>
                        <a:rPr lang="en-US" dirty="0"/>
                        <a:t>100.0</a:t>
                      </a:r>
                      <a:endParaRPr lang="en-IN" dirty="0"/>
                    </a:p>
                  </a:txBody>
                  <a:tcPr/>
                </a:tc>
                <a:extLst>
                  <a:ext uri="{0D108BD9-81ED-4DB2-BD59-A6C34878D82A}">
                    <a16:rowId xmlns:a16="http://schemas.microsoft.com/office/drawing/2014/main" val="3986726330"/>
                  </a:ext>
                </a:extLst>
              </a:tr>
              <a:tr h="358306">
                <a:tc>
                  <a:txBody>
                    <a:bodyPr/>
                    <a:lstStyle/>
                    <a:p>
                      <a:r>
                        <a:rPr lang="en-US" dirty="0"/>
                        <a:t>Wind</a:t>
                      </a:r>
                      <a:endParaRPr lang="en-IN" dirty="0"/>
                    </a:p>
                  </a:txBody>
                  <a:tcPr/>
                </a:tc>
                <a:tc>
                  <a:txBody>
                    <a:bodyPr/>
                    <a:lstStyle/>
                    <a:p>
                      <a:r>
                        <a:rPr lang="en-US" dirty="0"/>
                        <a:t>517.0</a:t>
                      </a:r>
                      <a:endParaRPr lang="en-IN" dirty="0"/>
                    </a:p>
                  </a:txBody>
                  <a:tcPr/>
                </a:tc>
                <a:tc>
                  <a:txBody>
                    <a:bodyPr/>
                    <a:lstStyle/>
                    <a:p>
                      <a:r>
                        <a:rPr lang="en-US" dirty="0"/>
                        <a:t>1.02</a:t>
                      </a:r>
                      <a:endParaRPr lang="en-IN" dirty="0"/>
                    </a:p>
                  </a:txBody>
                  <a:tcPr/>
                </a:tc>
                <a:tc>
                  <a:txBody>
                    <a:bodyPr/>
                    <a:lstStyle/>
                    <a:p>
                      <a:r>
                        <a:rPr lang="en-US" dirty="0"/>
                        <a:t>1.79</a:t>
                      </a:r>
                      <a:endParaRPr lang="en-IN" dirty="0"/>
                    </a:p>
                  </a:txBody>
                  <a:tcPr/>
                </a:tc>
                <a:tc>
                  <a:txBody>
                    <a:bodyPr/>
                    <a:lstStyle/>
                    <a:p>
                      <a:r>
                        <a:rPr lang="en-US" dirty="0"/>
                        <a:t>0.4</a:t>
                      </a:r>
                      <a:endParaRPr lang="en-IN" dirty="0"/>
                    </a:p>
                  </a:txBody>
                  <a:tcPr/>
                </a:tc>
                <a:tc>
                  <a:txBody>
                    <a:bodyPr/>
                    <a:lstStyle/>
                    <a:p>
                      <a:r>
                        <a:rPr lang="en-US" dirty="0"/>
                        <a:t>2.7</a:t>
                      </a:r>
                      <a:endParaRPr lang="en-IN" dirty="0"/>
                    </a:p>
                  </a:txBody>
                  <a:tcPr/>
                </a:tc>
                <a:tc>
                  <a:txBody>
                    <a:bodyPr/>
                    <a:lstStyle/>
                    <a:p>
                      <a:r>
                        <a:rPr lang="en-US" dirty="0"/>
                        <a:t>4.0</a:t>
                      </a:r>
                      <a:endParaRPr lang="en-IN" dirty="0"/>
                    </a:p>
                  </a:txBody>
                  <a:tcPr/>
                </a:tc>
                <a:tc>
                  <a:txBody>
                    <a:bodyPr/>
                    <a:lstStyle/>
                    <a:p>
                      <a:r>
                        <a:rPr lang="en-US" dirty="0"/>
                        <a:t>4.9</a:t>
                      </a:r>
                      <a:endParaRPr lang="en-IN" dirty="0"/>
                    </a:p>
                  </a:txBody>
                  <a:tcPr/>
                </a:tc>
                <a:tc>
                  <a:txBody>
                    <a:bodyPr/>
                    <a:lstStyle/>
                    <a:p>
                      <a:r>
                        <a:rPr lang="en-US" dirty="0"/>
                        <a:t>9.4</a:t>
                      </a:r>
                      <a:endParaRPr lang="en-IN" dirty="0"/>
                    </a:p>
                  </a:txBody>
                  <a:tcPr/>
                </a:tc>
                <a:extLst>
                  <a:ext uri="{0D108BD9-81ED-4DB2-BD59-A6C34878D82A}">
                    <a16:rowId xmlns:a16="http://schemas.microsoft.com/office/drawing/2014/main" val="814355702"/>
                  </a:ext>
                </a:extLst>
              </a:tr>
              <a:tr h="358306">
                <a:tc>
                  <a:txBody>
                    <a:bodyPr/>
                    <a:lstStyle/>
                    <a:p>
                      <a:r>
                        <a:rPr lang="en-US" dirty="0"/>
                        <a:t>Rain</a:t>
                      </a:r>
                      <a:endParaRPr lang="en-IN" dirty="0"/>
                    </a:p>
                  </a:txBody>
                  <a:tcPr/>
                </a:tc>
                <a:tc>
                  <a:txBody>
                    <a:bodyPr/>
                    <a:lstStyle/>
                    <a:p>
                      <a:r>
                        <a:rPr lang="en-US" dirty="0"/>
                        <a:t>517.0</a:t>
                      </a:r>
                      <a:endParaRPr lang="en-IN" dirty="0"/>
                    </a:p>
                  </a:txBody>
                  <a:tcPr/>
                </a:tc>
                <a:tc>
                  <a:txBody>
                    <a:bodyPr/>
                    <a:lstStyle/>
                    <a:p>
                      <a:r>
                        <a:rPr lang="en-US" dirty="0"/>
                        <a:t>0.02</a:t>
                      </a:r>
                      <a:endParaRPr lang="en-IN" dirty="0"/>
                    </a:p>
                  </a:txBody>
                  <a:tcPr/>
                </a:tc>
                <a:tc>
                  <a:txBody>
                    <a:bodyPr/>
                    <a:lstStyle/>
                    <a:p>
                      <a:r>
                        <a:rPr lang="en-US" dirty="0"/>
                        <a:t>0.3</a:t>
                      </a:r>
                      <a:endParaRPr lang="en-IN" dirty="0"/>
                    </a:p>
                  </a:txBody>
                  <a:tcPr/>
                </a:tc>
                <a:tc>
                  <a:txBody>
                    <a:bodyPr/>
                    <a:lstStyle/>
                    <a:p>
                      <a:r>
                        <a:rPr lang="en-US" dirty="0"/>
                        <a:t>0.0</a:t>
                      </a:r>
                      <a:endParaRPr lang="en-IN" dirty="0"/>
                    </a:p>
                  </a:txBody>
                  <a:tcPr/>
                </a:tc>
                <a:tc>
                  <a:txBody>
                    <a:bodyPr/>
                    <a:lstStyle/>
                    <a:p>
                      <a:r>
                        <a:rPr lang="en-US" dirty="0"/>
                        <a:t>0.0</a:t>
                      </a:r>
                      <a:endParaRPr lang="en-IN" dirty="0"/>
                    </a:p>
                  </a:txBody>
                  <a:tcPr/>
                </a:tc>
                <a:tc>
                  <a:txBody>
                    <a:bodyPr/>
                    <a:lstStyle/>
                    <a:p>
                      <a:r>
                        <a:rPr lang="en-US" dirty="0"/>
                        <a:t>0.0</a:t>
                      </a:r>
                      <a:endParaRPr lang="en-IN" dirty="0"/>
                    </a:p>
                  </a:txBody>
                  <a:tcPr/>
                </a:tc>
                <a:tc>
                  <a:txBody>
                    <a:bodyPr/>
                    <a:lstStyle/>
                    <a:p>
                      <a:r>
                        <a:rPr lang="en-US" dirty="0"/>
                        <a:t>0.0</a:t>
                      </a:r>
                      <a:endParaRPr lang="en-IN" dirty="0"/>
                    </a:p>
                  </a:txBody>
                  <a:tcPr/>
                </a:tc>
                <a:tc>
                  <a:txBody>
                    <a:bodyPr/>
                    <a:lstStyle/>
                    <a:p>
                      <a:r>
                        <a:rPr lang="en-US" dirty="0"/>
                        <a:t>6.4</a:t>
                      </a:r>
                      <a:endParaRPr lang="en-IN" dirty="0"/>
                    </a:p>
                  </a:txBody>
                  <a:tcPr/>
                </a:tc>
                <a:extLst>
                  <a:ext uri="{0D108BD9-81ED-4DB2-BD59-A6C34878D82A}">
                    <a16:rowId xmlns:a16="http://schemas.microsoft.com/office/drawing/2014/main" val="2131372865"/>
                  </a:ext>
                </a:extLst>
              </a:tr>
              <a:tr h="358306">
                <a:tc>
                  <a:txBody>
                    <a:bodyPr/>
                    <a:lstStyle/>
                    <a:p>
                      <a:r>
                        <a:rPr lang="en-US" dirty="0"/>
                        <a:t>area</a:t>
                      </a:r>
                      <a:endParaRPr lang="en-IN" dirty="0"/>
                    </a:p>
                  </a:txBody>
                  <a:tcPr/>
                </a:tc>
                <a:tc>
                  <a:txBody>
                    <a:bodyPr/>
                    <a:lstStyle/>
                    <a:p>
                      <a:r>
                        <a:rPr lang="en-US" dirty="0"/>
                        <a:t>517.0</a:t>
                      </a:r>
                      <a:endParaRPr lang="en-IN" dirty="0"/>
                    </a:p>
                  </a:txBody>
                  <a:tcPr/>
                </a:tc>
                <a:tc>
                  <a:txBody>
                    <a:bodyPr/>
                    <a:lstStyle/>
                    <a:p>
                      <a:r>
                        <a:rPr lang="en-US" dirty="0"/>
                        <a:t>12.85</a:t>
                      </a:r>
                      <a:endParaRPr lang="en-IN" dirty="0"/>
                    </a:p>
                  </a:txBody>
                  <a:tcPr/>
                </a:tc>
                <a:tc>
                  <a:txBody>
                    <a:bodyPr/>
                    <a:lstStyle/>
                    <a:p>
                      <a:r>
                        <a:rPr lang="en-US" dirty="0"/>
                        <a:t>63.66</a:t>
                      </a:r>
                      <a:endParaRPr lang="en-IN" dirty="0"/>
                    </a:p>
                  </a:txBody>
                  <a:tcPr/>
                </a:tc>
                <a:tc>
                  <a:txBody>
                    <a:bodyPr/>
                    <a:lstStyle/>
                    <a:p>
                      <a:r>
                        <a:rPr lang="en-US" dirty="0"/>
                        <a:t>0.0</a:t>
                      </a:r>
                      <a:endParaRPr lang="en-IN" dirty="0"/>
                    </a:p>
                  </a:txBody>
                  <a:tcPr/>
                </a:tc>
                <a:tc>
                  <a:txBody>
                    <a:bodyPr/>
                    <a:lstStyle/>
                    <a:p>
                      <a:r>
                        <a:rPr lang="en-US" dirty="0"/>
                        <a:t>0.0</a:t>
                      </a:r>
                      <a:endParaRPr lang="en-IN" dirty="0"/>
                    </a:p>
                  </a:txBody>
                  <a:tcPr/>
                </a:tc>
                <a:tc>
                  <a:txBody>
                    <a:bodyPr/>
                    <a:lstStyle/>
                    <a:p>
                      <a:r>
                        <a:rPr lang="en-US" dirty="0"/>
                        <a:t>.52</a:t>
                      </a:r>
                      <a:endParaRPr lang="en-IN" dirty="0"/>
                    </a:p>
                  </a:txBody>
                  <a:tcPr/>
                </a:tc>
                <a:tc>
                  <a:txBody>
                    <a:bodyPr/>
                    <a:lstStyle/>
                    <a:p>
                      <a:r>
                        <a:rPr lang="en-US" dirty="0"/>
                        <a:t>6.67</a:t>
                      </a:r>
                      <a:endParaRPr lang="en-IN" dirty="0"/>
                    </a:p>
                  </a:txBody>
                  <a:tcPr/>
                </a:tc>
                <a:tc>
                  <a:txBody>
                    <a:bodyPr/>
                    <a:lstStyle/>
                    <a:p>
                      <a:r>
                        <a:rPr lang="en-US" dirty="0"/>
                        <a:t>1090.84</a:t>
                      </a:r>
                      <a:endParaRPr lang="en-IN" dirty="0"/>
                    </a:p>
                  </a:txBody>
                  <a:tcPr/>
                </a:tc>
                <a:extLst>
                  <a:ext uri="{0D108BD9-81ED-4DB2-BD59-A6C34878D82A}">
                    <a16:rowId xmlns:a16="http://schemas.microsoft.com/office/drawing/2014/main" val="3725528178"/>
                  </a:ext>
                </a:extLst>
              </a:tr>
              <a:tr h="358306">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a:p>
                  </a:txBody>
                  <a:tcPr/>
                </a:tc>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18032654"/>
                  </a:ext>
                </a:extLst>
              </a:tr>
            </a:tbl>
          </a:graphicData>
        </a:graphic>
      </p:graphicFrame>
      <p:sp>
        <p:nvSpPr>
          <p:cNvPr id="8" name="Title 7">
            <a:extLst>
              <a:ext uri="{FF2B5EF4-FFF2-40B4-BE49-F238E27FC236}">
                <a16:creationId xmlns:a16="http://schemas.microsoft.com/office/drawing/2014/main" id="{91747D01-9684-4583-AA9D-8E8E103E578D}"/>
              </a:ext>
            </a:extLst>
          </p:cNvPr>
          <p:cNvSpPr>
            <a:spLocks noGrp="1"/>
          </p:cNvSpPr>
          <p:nvPr>
            <p:ph type="title"/>
          </p:nvPr>
        </p:nvSpPr>
        <p:spPr/>
        <p:txBody>
          <a:bodyPr>
            <a:normAutofit/>
          </a:bodyPr>
          <a:lstStyle/>
          <a:p>
            <a:r>
              <a:rPr lang="en-US" sz="2000" dirty="0"/>
              <a:t>The average temperature is 18.89 deg C and the average relative humidity is 44.29%. The mean burned area is 12.85 ha while the median is 0.52 ha, and the maximum is 1090.84 ha. Since the mean is far above the median, a few very large fires pull the average up. Rain is almost always 0 (mean 0.02 mm).</a:t>
            </a:r>
            <a:endParaRPr lang="en-IN" sz="2000" dirty="0"/>
          </a:p>
        </p:txBody>
      </p:sp>
    </p:spTree>
    <p:extLst>
      <p:ext uri="{BB962C8B-B14F-4D97-AF65-F5344CB8AC3E}">
        <p14:creationId xmlns:p14="http://schemas.microsoft.com/office/powerpoint/2010/main" val="250941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35212B6-5F56-4F7F-824F-EE4BB5B7EE5E}"/>
              </a:ext>
            </a:extLst>
          </p:cNvPr>
          <p:cNvSpPr>
            <a:spLocks noGrp="1"/>
          </p:cNvSpPr>
          <p:nvPr>
            <p:ph type="sldNum" sz="quarter" idx="10"/>
          </p:nvPr>
        </p:nvSpPr>
        <p:spPr/>
        <p:txBody>
          <a:bodyPr/>
          <a:lstStyle/>
          <a:p>
            <a:fld id="{D495E168-DA5E-4888-8D8A-92B118324C14}" type="slidenum">
              <a:rPr lang="en-US" noProof="0" smtClean="0"/>
              <a:pPr/>
              <a:t>12</a:t>
            </a:fld>
            <a:endParaRPr lang="en-US" noProof="0" dirty="0"/>
          </a:p>
        </p:txBody>
      </p:sp>
      <p:sp>
        <p:nvSpPr>
          <p:cNvPr id="4" name="Footer Placeholder 3">
            <a:extLst>
              <a:ext uri="{FF2B5EF4-FFF2-40B4-BE49-F238E27FC236}">
                <a16:creationId xmlns:a16="http://schemas.microsoft.com/office/drawing/2014/main" id="{54B7D860-A971-4AC7-A8DB-F11F34A2A2C7}"/>
              </a:ext>
            </a:extLst>
          </p:cNvPr>
          <p:cNvSpPr>
            <a:spLocks noGrp="1"/>
          </p:cNvSpPr>
          <p:nvPr>
            <p:ph type="ftr" sz="quarter" idx="12"/>
          </p:nvPr>
        </p:nvSpPr>
        <p:spPr/>
        <p:txBody>
          <a:bodyPr/>
          <a:lstStyle/>
          <a:p>
            <a:r>
              <a:rPr lang="en-US" noProof="0"/>
              <a:t>ADD A FOOTER</a:t>
            </a:r>
            <a:endParaRPr lang="en-US" noProof="0" dirty="0"/>
          </a:p>
        </p:txBody>
      </p:sp>
      <p:sp>
        <p:nvSpPr>
          <p:cNvPr id="2" name="Title 1">
            <a:extLst>
              <a:ext uri="{FF2B5EF4-FFF2-40B4-BE49-F238E27FC236}">
                <a16:creationId xmlns:a16="http://schemas.microsoft.com/office/drawing/2014/main" id="{17A9F53F-CEA4-4B33-91E4-1700CF7AED1D}"/>
              </a:ext>
            </a:extLst>
          </p:cNvPr>
          <p:cNvSpPr>
            <a:spLocks noGrp="1"/>
          </p:cNvSpPr>
          <p:nvPr>
            <p:ph type="title"/>
          </p:nvPr>
        </p:nvSpPr>
        <p:spPr/>
        <p:txBody>
          <a:bodyPr>
            <a:normAutofit/>
          </a:bodyPr>
          <a:lstStyle/>
          <a:p>
            <a:r>
              <a:rPr lang="en-US" dirty="0"/>
              <a:t>7. Univariate Analysis </a:t>
            </a:r>
            <a:br>
              <a:rPr lang="en-US" dirty="0"/>
            </a:br>
            <a:r>
              <a:rPr lang="en-US" sz="3100" dirty="0"/>
              <a:t>7.1 Distribution of weather and fire indices</a:t>
            </a:r>
            <a:endParaRPr lang="en-IN" sz="3100" dirty="0"/>
          </a:p>
        </p:txBody>
      </p:sp>
      <p:pic>
        <p:nvPicPr>
          <p:cNvPr id="10" name="Picture 9">
            <a:extLst>
              <a:ext uri="{FF2B5EF4-FFF2-40B4-BE49-F238E27FC236}">
                <a16:creationId xmlns:a16="http://schemas.microsoft.com/office/drawing/2014/main" id="{93D902F1-6BCB-4763-A92B-1209F62EC94A}"/>
              </a:ext>
            </a:extLst>
          </p:cNvPr>
          <p:cNvPicPr>
            <a:picLocks noChangeAspect="1"/>
          </p:cNvPicPr>
          <p:nvPr/>
        </p:nvPicPr>
        <p:blipFill>
          <a:blip r:embed="rId2"/>
          <a:stretch>
            <a:fillRect/>
          </a:stretch>
        </p:blipFill>
        <p:spPr>
          <a:xfrm>
            <a:off x="1600200" y="1594436"/>
            <a:ext cx="9525000" cy="4692064"/>
          </a:xfrm>
          <a:prstGeom prst="rect">
            <a:avLst/>
          </a:prstGeom>
        </p:spPr>
      </p:pic>
    </p:spTree>
    <p:extLst>
      <p:ext uri="{BB962C8B-B14F-4D97-AF65-F5344CB8AC3E}">
        <p14:creationId xmlns:p14="http://schemas.microsoft.com/office/powerpoint/2010/main" val="990566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FD7CF56-A76A-463F-8535-2ED3B9B7880B}"/>
              </a:ext>
            </a:extLst>
          </p:cNvPr>
          <p:cNvSpPr>
            <a:spLocks noGrp="1"/>
          </p:cNvSpPr>
          <p:nvPr>
            <p:ph type="sldNum" sz="quarter" idx="10"/>
          </p:nvPr>
        </p:nvSpPr>
        <p:spPr/>
        <p:txBody>
          <a:bodyPr/>
          <a:lstStyle/>
          <a:p>
            <a:fld id="{D495E168-DA5E-4888-8D8A-92B118324C14}" type="slidenum">
              <a:rPr lang="en-US" noProof="0" smtClean="0"/>
              <a:pPr/>
              <a:t>13</a:t>
            </a:fld>
            <a:endParaRPr lang="en-US" noProof="0" dirty="0"/>
          </a:p>
        </p:txBody>
      </p:sp>
      <p:sp>
        <p:nvSpPr>
          <p:cNvPr id="3" name="Footer Placeholder 2">
            <a:extLst>
              <a:ext uri="{FF2B5EF4-FFF2-40B4-BE49-F238E27FC236}">
                <a16:creationId xmlns:a16="http://schemas.microsoft.com/office/drawing/2014/main" id="{DC542449-AACD-40A2-B0CC-9E919A95B505}"/>
              </a:ext>
            </a:extLst>
          </p:cNvPr>
          <p:cNvSpPr>
            <a:spLocks noGrp="1"/>
          </p:cNvSpPr>
          <p:nvPr>
            <p:ph type="ftr" sz="quarter" idx="12"/>
          </p:nvPr>
        </p:nvSpPr>
        <p:spPr/>
        <p:txBody>
          <a:bodyPr/>
          <a:lstStyle/>
          <a:p>
            <a:r>
              <a:rPr lang="en-US" noProof="0"/>
              <a:t>ADD A FOOTER</a:t>
            </a:r>
            <a:endParaRPr lang="en-US" noProof="0" dirty="0"/>
          </a:p>
        </p:txBody>
      </p:sp>
      <p:sp>
        <p:nvSpPr>
          <p:cNvPr id="4" name="Title 3">
            <a:extLst>
              <a:ext uri="{FF2B5EF4-FFF2-40B4-BE49-F238E27FC236}">
                <a16:creationId xmlns:a16="http://schemas.microsoft.com/office/drawing/2014/main" id="{B3D55BD6-C49F-4D54-9069-06CBADFE6AA9}"/>
              </a:ext>
            </a:extLst>
          </p:cNvPr>
          <p:cNvSpPr>
            <a:spLocks noGrp="1"/>
          </p:cNvSpPr>
          <p:nvPr>
            <p:ph type="title"/>
          </p:nvPr>
        </p:nvSpPr>
        <p:spPr/>
        <p:txBody>
          <a:bodyPr/>
          <a:lstStyle/>
          <a:p>
            <a:r>
              <a:rPr lang="en-IN" dirty="0"/>
              <a:t>7.2 Box plots</a:t>
            </a:r>
          </a:p>
        </p:txBody>
      </p:sp>
      <p:sp>
        <p:nvSpPr>
          <p:cNvPr id="5" name="Media Placeholder 4">
            <a:extLst>
              <a:ext uri="{FF2B5EF4-FFF2-40B4-BE49-F238E27FC236}">
                <a16:creationId xmlns:a16="http://schemas.microsoft.com/office/drawing/2014/main" id="{4CD8F175-CFED-4C75-B9B3-9531DC625A23}"/>
              </a:ext>
            </a:extLst>
          </p:cNvPr>
          <p:cNvSpPr>
            <a:spLocks noGrp="1"/>
          </p:cNvSpPr>
          <p:nvPr>
            <p:ph type="media" sz="quarter" idx="17"/>
          </p:nvPr>
        </p:nvSpPr>
        <p:spPr/>
      </p:sp>
      <p:pic>
        <p:nvPicPr>
          <p:cNvPr id="6" name="Picture 5">
            <a:extLst>
              <a:ext uri="{FF2B5EF4-FFF2-40B4-BE49-F238E27FC236}">
                <a16:creationId xmlns:a16="http://schemas.microsoft.com/office/drawing/2014/main" id="{E0F0FDC7-B15C-43C2-8879-286D7FA80347}"/>
              </a:ext>
            </a:extLst>
          </p:cNvPr>
          <p:cNvPicPr>
            <a:picLocks noChangeAspect="1"/>
          </p:cNvPicPr>
          <p:nvPr/>
        </p:nvPicPr>
        <p:blipFill>
          <a:blip r:embed="rId2"/>
          <a:stretch>
            <a:fillRect/>
          </a:stretch>
        </p:blipFill>
        <p:spPr>
          <a:xfrm>
            <a:off x="1395984" y="1314451"/>
            <a:ext cx="9400032" cy="5169158"/>
          </a:xfrm>
          <a:prstGeom prst="rect">
            <a:avLst/>
          </a:prstGeom>
        </p:spPr>
      </p:pic>
    </p:spTree>
    <p:extLst>
      <p:ext uri="{BB962C8B-B14F-4D97-AF65-F5344CB8AC3E}">
        <p14:creationId xmlns:p14="http://schemas.microsoft.com/office/powerpoint/2010/main" val="1224306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44A4F9-6B28-41DD-A295-2172A38BFDAD}"/>
              </a:ext>
            </a:extLst>
          </p:cNvPr>
          <p:cNvSpPr>
            <a:spLocks noGrp="1"/>
          </p:cNvSpPr>
          <p:nvPr>
            <p:ph type="sldNum" sz="quarter" idx="10"/>
          </p:nvPr>
        </p:nvSpPr>
        <p:spPr/>
        <p:txBody>
          <a:bodyPr/>
          <a:lstStyle/>
          <a:p>
            <a:fld id="{D495E168-DA5E-4888-8D8A-92B118324C14}" type="slidenum">
              <a:rPr lang="en-US" noProof="0" smtClean="0"/>
              <a:pPr/>
              <a:t>14</a:t>
            </a:fld>
            <a:endParaRPr lang="en-US" noProof="0" dirty="0"/>
          </a:p>
        </p:txBody>
      </p:sp>
      <p:sp>
        <p:nvSpPr>
          <p:cNvPr id="3" name="Footer Placeholder 2">
            <a:extLst>
              <a:ext uri="{FF2B5EF4-FFF2-40B4-BE49-F238E27FC236}">
                <a16:creationId xmlns:a16="http://schemas.microsoft.com/office/drawing/2014/main" id="{9DEAEADF-849E-4CC7-A4AE-6E334E8F10C7}"/>
              </a:ext>
            </a:extLst>
          </p:cNvPr>
          <p:cNvSpPr>
            <a:spLocks noGrp="1"/>
          </p:cNvSpPr>
          <p:nvPr>
            <p:ph type="ftr" sz="quarter" idx="12"/>
          </p:nvPr>
        </p:nvSpPr>
        <p:spPr/>
        <p:txBody>
          <a:bodyPr/>
          <a:lstStyle/>
          <a:p>
            <a:r>
              <a:rPr lang="en-US" noProof="0"/>
              <a:t>ADD A FOOTER</a:t>
            </a:r>
            <a:endParaRPr lang="en-US" noProof="0" dirty="0"/>
          </a:p>
        </p:txBody>
      </p:sp>
      <p:sp>
        <p:nvSpPr>
          <p:cNvPr id="4" name="Title 3">
            <a:extLst>
              <a:ext uri="{FF2B5EF4-FFF2-40B4-BE49-F238E27FC236}">
                <a16:creationId xmlns:a16="http://schemas.microsoft.com/office/drawing/2014/main" id="{20A83B40-02C6-4E9A-A33C-3C8F03C0A191}"/>
              </a:ext>
            </a:extLst>
          </p:cNvPr>
          <p:cNvSpPr>
            <a:spLocks noGrp="1"/>
          </p:cNvSpPr>
          <p:nvPr>
            <p:ph type="title"/>
          </p:nvPr>
        </p:nvSpPr>
        <p:spPr/>
        <p:txBody>
          <a:bodyPr>
            <a:normAutofit fontScale="90000"/>
          </a:bodyPr>
          <a:lstStyle/>
          <a:p>
            <a:r>
              <a:rPr lang="en-IN" dirty="0"/>
              <a:t>7.3 Burned area </a:t>
            </a:r>
            <a:br>
              <a:rPr lang="en-IN" dirty="0"/>
            </a:br>
            <a:r>
              <a:rPr lang="en-US" sz="2700" dirty="0"/>
              <a:t>Most fires are small and a few are huge. After the log transformation the distribution is easier to read. The spike at zero is the 247 fires with no recorded area</a:t>
            </a:r>
            <a:r>
              <a:rPr lang="en-US" dirty="0"/>
              <a:t>.</a:t>
            </a:r>
            <a:endParaRPr lang="en-IN" dirty="0"/>
          </a:p>
        </p:txBody>
      </p:sp>
      <p:pic>
        <p:nvPicPr>
          <p:cNvPr id="6" name="Media Placeholder 5">
            <a:extLst>
              <a:ext uri="{FF2B5EF4-FFF2-40B4-BE49-F238E27FC236}">
                <a16:creationId xmlns:a16="http://schemas.microsoft.com/office/drawing/2014/main" id="{9C78478E-EFF5-4C02-944E-4BF2C71BE6FE}"/>
              </a:ext>
            </a:extLst>
          </p:cNvPr>
          <p:cNvPicPr>
            <a:picLocks noGrp="1" noChangeAspect="1"/>
          </p:cNvPicPr>
          <p:nvPr>
            <p:ph type="media" sz="quarter" idx="17"/>
          </p:nvPr>
        </p:nvPicPr>
        <p:blipFill>
          <a:blip r:embed="rId2"/>
          <a:stretch>
            <a:fillRect/>
          </a:stretch>
        </p:blipFill>
        <p:spPr>
          <a:xfrm>
            <a:off x="381000" y="1981200"/>
            <a:ext cx="11277600" cy="4137284"/>
          </a:xfrm>
          <a:prstGeom prst="rect">
            <a:avLst/>
          </a:prstGeom>
        </p:spPr>
      </p:pic>
    </p:spTree>
    <p:extLst>
      <p:ext uri="{BB962C8B-B14F-4D97-AF65-F5344CB8AC3E}">
        <p14:creationId xmlns:p14="http://schemas.microsoft.com/office/powerpoint/2010/main" val="3905952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606D44D-901E-402F-B282-62E88AC22BDF}"/>
              </a:ext>
            </a:extLst>
          </p:cNvPr>
          <p:cNvSpPr>
            <a:spLocks noGrp="1"/>
          </p:cNvSpPr>
          <p:nvPr>
            <p:ph type="sldNum" sz="quarter" idx="10"/>
          </p:nvPr>
        </p:nvSpPr>
        <p:spPr/>
        <p:txBody>
          <a:bodyPr/>
          <a:lstStyle/>
          <a:p>
            <a:fld id="{D495E168-DA5E-4888-8D8A-92B118324C14}" type="slidenum">
              <a:rPr lang="en-US" noProof="0" smtClean="0"/>
              <a:pPr/>
              <a:t>15</a:t>
            </a:fld>
            <a:endParaRPr lang="en-US" noProof="0" dirty="0"/>
          </a:p>
        </p:txBody>
      </p:sp>
      <p:sp>
        <p:nvSpPr>
          <p:cNvPr id="3" name="Footer Placeholder 2">
            <a:extLst>
              <a:ext uri="{FF2B5EF4-FFF2-40B4-BE49-F238E27FC236}">
                <a16:creationId xmlns:a16="http://schemas.microsoft.com/office/drawing/2014/main" id="{B9B5EF61-4BC7-4D68-ACD9-66E5B1DD93C1}"/>
              </a:ext>
            </a:extLst>
          </p:cNvPr>
          <p:cNvSpPr>
            <a:spLocks noGrp="1"/>
          </p:cNvSpPr>
          <p:nvPr>
            <p:ph type="ftr" sz="quarter" idx="12"/>
          </p:nvPr>
        </p:nvSpPr>
        <p:spPr/>
        <p:txBody>
          <a:bodyPr/>
          <a:lstStyle/>
          <a:p>
            <a:r>
              <a:rPr lang="en-US" noProof="0"/>
              <a:t>ADD A FOOTER</a:t>
            </a:r>
            <a:endParaRPr lang="en-US" noProof="0" dirty="0"/>
          </a:p>
        </p:txBody>
      </p:sp>
      <p:sp>
        <p:nvSpPr>
          <p:cNvPr id="4" name="Title 3">
            <a:extLst>
              <a:ext uri="{FF2B5EF4-FFF2-40B4-BE49-F238E27FC236}">
                <a16:creationId xmlns:a16="http://schemas.microsoft.com/office/drawing/2014/main" id="{BA14E387-E5ED-42FA-BF67-8DE8CCFE8874}"/>
              </a:ext>
            </a:extLst>
          </p:cNvPr>
          <p:cNvSpPr>
            <a:spLocks noGrp="1"/>
          </p:cNvSpPr>
          <p:nvPr>
            <p:ph type="title"/>
          </p:nvPr>
        </p:nvSpPr>
        <p:spPr>
          <a:xfrm>
            <a:off x="938784" y="1"/>
            <a:ext cx="10515600" cy="1657349"/>
          </a:xfrm>
        </p:spPr>
        <p:txBody>
          <a:bodyPr>
            <a:normAutofit/>
          </a:bodyPr>
          <a:lstStyle/>
          <a:p>
            <a:r>
              <a:rPr lang="en-IN" dirty="0"/>
              <a:t>7.4 Month and day </a:t>
            </a:r>
            <a:br>
              <a:rPr lang="en-IN" dirty="0"/>
            </a:br>
            <a:r>
              <a:rPr lang="en-US" sz="2200" dirty="0"/>
              <a:t>The most fires occurred in </a:t>
            </a:r>
            <a:r>
              <a:rPr lang="en-US" sz="2200" dirty="0" err="1"/>
              <a:t>aug</a:t>
            </a:r>
            <a:r>
              <a:rPr lang="en-US" sz="2200" dirty="0"/>
              <a:t> (184 fires), followed by </a:t>
            </a:r>
            <a:r>
              <a:rPr lang="en-US" sz="2200" dirty="0" err="1"/>
              <a:t>sep</a:t>
            </a:r>
            <a:r>
              <a:rPr lang="en-US" sz="2200" dirty="0"/>
              <a:t> (172), mar (54). Weekends are busier: sun has 95 and </a:t>
            </a:r>
            <a:r>
              <a:rPr lang="en-US" sz="2200" dirty="0" err="1"/>
              <a:t>fri</a:t>
            </a:r>
            <a:r>
              <a:rPr lang="en-US" sz="2200" dirty="0"/>
              <a:t> 85 fires, against 54 on wed.</a:t>
            </a:r>
            <a:endParaRPr lang="en-IN" sz="2200" dirty="0"/>
          </a:p>
        </p:txBody>
      </p:sp>
      <p:sp>
        <p:nvSpPr>
          <p:cNvPr id="5" name="Media Placeholder 4">
            <a:extLst>
              <a:ext uri="{FF2B5EF4-FFF2-40B4-BE49-F238E27FC236}">
                <a16:creationId xmlns:a16="http://schemas.microsoft.com/office/drawing/2014/main" id="{A52BC9D2-52DA-4A87-A93F-D6BF5715358F}"/>
              </a:ext>
            </a:extLst>
          </p:cNvPr>
          <p:cNvSpPr>
            <a:spLocks noGrp="1"/>
          </p:cNvSpPr>
          <p:nvPr>
            <p:ph type="media" sz="quarter" idx="17"/>
          </p:nvPr>
        </p:nvSpPr>
        <p:spPr/>
      </p:sp>
      <p:pic>
        <p:nvPicPr>
          <p:cNvPr id="6" name="Picture 5">
            <a:extLst>
              <a:ext uri="{FF2B5EF4-FFF2-40B4-BE49-F238E27FC236}">
                <a16:creationId xmlns:a16="http://schemas.microsoft.com/office/drawing/2014/main" id="{88B851A5-3AA4-4A1A-BB98-142667179E6F}"/>
              </a:ext>
            </a:extLst>
          </p:cNvPr>
          <p:cNvPicPr>
            <a:picLocks noChangeAspect="1"/>
          </p:cNvPicPr>
          <p:nvPr/>
        </p:nvPicPr>
        <p:blipFill>
          <a:blip r:embed="rId2"/>
          <a:stretch>
            <a:fillRect/>
          </a:stretch>
        </p:blipFill>
        <p:spPr>
          <a:xfrm>
            <a:off x="1395984" y="1497770"/>
            <a:ext cx="9400032" cy="4215384"/>
          </a:xfrm>
          <a:prstGeom prst="rect">
            <a:avLst/>
          </a:prstGeom>
        </p:spPr>
      </p:pic>
    </p:spTree>
    <p:extLst>
      <p:ext uri="{BB962C8B-B14F-4D97-AF65-F5344CB8AC3E}">
        <p14:creationId xmlns:p14="http://schemas.microsoft.com/office/powerpoint/2010/main" val="3630533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3D08B31-EA2D-49D1-B77D-CD5A416E9B45}"/>
              </a:ext>
            </a:extLst>
          </p:cNvPr>
          <p:cNvSpPr>
            <a:spLocks noGrp="1"/>
          </p:cNvSpPr>
          <p:nvPr>
            <p:ph type="sldNum" sz="quarter" idx="10"/>
          </p:nvPr>
        </p:nvSpPr>
        <p:spPr/>
        <p:txBody>
          <a:bodyPr/>
          <a:lstStyle/>
          <a:p>
            <a:fld id="{D495E168-DA5E-4888-8D8A-92B118324C14}" type="slidenum">
              <a:rPr lang="en-US" noProof="0" smtClean="0"/>
              <a:pPr/>
              <a:t>16</a:t>
            </a:fld>
            <a:endParaRPr lang="en-US" noProof="0" dirty="0"/>
          </a:p>
        </p:txBody>
      </p:sp>
      <p:sp>
        <p:nvSpPr>
          <p:cNvPr id="3" name="Footer Placeholder 2">
            <a:extLst>
              <a:ext uri="{FF2B5EF4-FFF2-40B4-BE49-F238E27FC236}">
                <a16:creationId xmlns:a16="http://schemas.microsoft.com/office/drawing/2014/main" id="{A3F827DC-7B9A-4D29-A2E1-F811ECEF8F07}"/>
              </a:ext>
            </a:extLst>
          </p:cNvPr>
          <p:cNvSpPr>
            <a:spLocks noGrp="1"/>
          </p:cNvSpPr>
          <p:nvPr>
            <p:ph type="ftr" sz="quarter" idx="12"/>
          </p:nvPr>
        </p:nvSpPr>
        <p:spPr/>
        <p:txBody>
          <a:bodyPr/>
          <a:lstStyle/>
          <a:p>
            <a:r>
              <a:rPr lang="en-US" noProof="0"/>
              <a:t>ADD A FOOTER</a:t>
            </a:r>
            <a:endParaRPr lang="en-US" noProof="0" dirty="0"/>
          </a:p>
        </p:txBody>
      </p:sp>
      <p:sp>
        <p:nvSpPr>
          <p:cNvPr id="4" name="Title 3">
            <a:extLst>
              <a:ext uri="{FF2B5EF4-FFF2-40B4-BE49-F238E27FC236}">
                <a16:creationId xmlns:a16="http://schemas.microsoft.com/office/drawing/2014/main" id="{38F15792-89E5-47B5-8EE2-4E342B60A9A3}"/>
              </a:ext>
            </a:extLst>
          </p:cNvPr>
          <p:cNvSpPr>
            <a:spLocks noGrp="1"/>
          </p:cNvSpPr>
          <p:nvPr>
            <p:ph type="title" idx="4294967295"/>
          </p:nvPr>
        </p:nvSpPr>
        <p:spPr>
          <a:xfrm>
            <a:off x="0" y="268288"/>
            <a:ext cx="10515600" cy="1325562"/>
          </a:xfrm>
        </p:spPr>
        <p:txBody>
          <a:bodyPr>
            <a:normAutofit/>
          </a:bodyPr>
          <a:lstStyle/>
          <a:p>
            <a:r>
              <a:rPr lang="en-IN" dirty="0">
                <a:solidFill>
                  <a:schemeClr val="bg1"/>
                </a:solidFill>
              </a:rPr>
              <a:t>8. Grouping and Aggregation </a:t>
            </a:r>
            <a:br>
              <a:rPr lang="en-IN" dirty="0">
                <a:solidFill>
                  <a:schemeClr val="bg1"/>
                </a:solidFill>
              </a:rPr>
            </a:br>
            <a:r>
              <a:rPr lang="en-IN" sz="2700" dirty="0">
                <a:solidFill>
                  <a:schemeClr val="bg1"/>
                </a:solidFill>
              </a:rPr>
              <a:t>8.1 By season</a:t>
            </a:r>
          </a:p>
        </p:txBody>
      </p:sp>
      <p:graphicFrame>
        <p:nvGraphicFramePr>
          <p:cNvPr id="7" name="Table 6">
            <a:extLst>
              <a:ext uri="{FF2B5EF4-FFF2-40B4-BE49-F238E27FC236}">
                <a16:creationId xmlns:a16="http://schemas.microsoft.com/office/drawing/2014/main" id="{CBD392A3-CCB3-4DDC-BA1C-E3F8E70850C6}"/>
              </a:ext>
            </a:extLst>
          </p:cNvPr>
          <p:cNvGraphicFramePr>
            <a:graphicFrameLocks noGrp="1"/>
          </p:cNvGraphicFramePr>
          <p:nvPr>
            <p:extLst>
              <p:ext uri="{D42A27DB-BD31-4B8C-83A1-F6EECF244321}">
                <p14:modId xmlns:p14="http://schemas.microsoft.com/office/powerpoint/2010/main" val="3862632558"/>
              </p:ext>
            </p:extLst>
          </p:nvPr>
        </p:nvGraphicFramePr>
        <p:xfrm>
          <a:off x="2032000" y="1771650"/>
          <a:ext cx="8128000" cy="3588580"/>
        </p:xfrm>
        <a:graphic>
          <a:graphicData uri="http://schemas.openxmlformats.org/drawingml/2006/table">
            <a:tbl>
              <a:tblPr firstRow="1" bandRow="1">
                <a:tableStyleId>{B301B821-A1FF-4177-AEE7-76D212191A09}</a:tableStyleId>
              </a:tblPr>
              <a:tblGrid>
                <a:gridCol w="1625600">
                  <a:extLst>
                    <a:ext uri="{9D8B030D-6E8A-4147-A177-3AD203B41FA5}">
                      <a16:colId xmlns:a16="http://schemas.microsoft.com/office/drawing/2014/main" val="3827062933"/>
                    </a:ext>
                  </a:extLst>
                </a:gridCol>
                <a:gridCol w="1625600">
                  <a:extLst>
                    <a:ext uri="{9D8B030D-6E8A-4147-A177-3AD203B41FA5}">
                      <a16:colId xmlns:a16="http://schemas.microsoft.com/office/drawing/2014/main" val="4227270523"/>
                    </a:ext>
                  </a:extLst>
                </a:gridCol>
                <a:gridCol w="1625600">
                  <a:extLst>
                    <a:ext uri="{9D8B030D-6E8A-4147-A177-3AD203B41FA5}">
                      <a16:colId xmlns:a16="http://schemas.microsoft.com/office/drawing/2014/main" val="3359628181"/>
                    </a:ext>
                  </a:extLst>
                </a:gridCol>
                <a:gridCol w="1625600">
                  <a:extLst>
                    <a:ext uri="{9D8B030D-6E8A-4147-A177-3AD203B41FA5}">
                      <a16:colId xmlns:a16="http://schemas.microsoft.com/office/drawing/2014/main" val="3602807038"/>
                    </a:ext>
                  </a:extLst>
                </a:gridCol>
                <a:gridCol w="1625600">
                  <a:extLst>
                    <a:ext uri="{9D8B030D-6E8A-4147-A177-3AD203B41FA5}">
                      <a16:colId xmlns:a16="http://schemas.microsoft.com/office/drawing/2014/main" val="129351442"/>
                    </a:ext>
                  </a:extLst>
                </a:gridCol>
              </a:tblGrid>
              <a:tr h="717716">
                <a:tc>
                  <a:txBody>
                    <a:bodyPr/>
                    <a:lstStyle/>
                    <a:p>
                      <a:r>
                        <a:rPr lang="en-US" dirty="0"/>
                        <a:t>Season</a:t>
                      </a:r>
                      <a:endParaRPr lang="en-IN" dirty="0"/>
                    </a:p>
                  </a:txBody>
                  <a:tcPr/>
                </a:tc>
                <a:tc>
                  <a:txBody>
                    <a:bodyPr/>
                    <a:lstStyle/>
                    <a:p>
                      <a:r>
                        <a:rPr lang="en-US" dirty="0"/>
                        <a:t>fires</a:t>
                      </a:r>
                      <a:endParaRPr lang="en-IN" dirty="0"/>
                    </a:p>
                  </a:txBody>
                  <a:tcPr/>
                </a:tc>
                <a:tc>
                  <a:txBody>
                    <a:bodyPr/>
                    <a:lstStyle/>
                    <a:p>
                      <a:r>
                        <a:rPr lang="en-US" dirty="0" err="1"/>
                        <a:t>Mean_area</a:t>
                      </a:r>
                      <a:endParaRPr lang="en-IN" dirty="0"/>
                    </a:p>
                  </a:txBody>
                  <a:tcPr/>
                </a:tc>
                <a:tc>
                  <a:txBody>
                    <a:bodyPr/>
                    <a:lstStyle/>
                    <a:p>
                      <a:r>
                        <a:rPr lang="en-US" dirty="0" err="1"/>
                        <a:t>Total_area</a:t>
                      </a:r>
                      <a:endParaRPr lang="en-IN" dirty="0"/>
                    </a:p>
                  </a:txBody>
                  <a:tcPr/>
                </a:tc>
                <a:tc>
                  <a:txBody>
                    <a:bodyPr/>
                    <a:lstStyle/>
                    <a:p>
                      <a:r>
                        <a:rPr lang="en-US" dirty="0" err="1"/>
                        <a:t>Mean_temp</a:t>
                      </a:r>
                      <a:endParaRPr lang="en-IN" dirty="0"/>
                    </a:p>
                  </a:txBody>
                  <a:tcPr/>
                </a:tc>
                <a:extLst>
                  <a:ext uri="{0D108BD9-81ED-4DB2-BD59-A6C34878D82A}">
                    <a16:rowId xmlns:a16="http://schemas.microsoft.com/office/drawing/2014/main" val="2112311587"/>
                  </a:ext>
                </a:extLst>
              </a:tr>
              <a:tr h="717716">
                <a:tc>
                  <a:txBody>
                    <a:bodyPr/>
                    <a:lstStyle/>
                    <a:p>
                      <a:r>
                        <a:rPr lang="en-US" dirty="0"/>
                        <a:t>Winter</a:t>
                      </a:r>
                      <a:endParaRPr lang="en-IN" dirty="0"/>
                    </a:p>
                  </a:txBody>
                  <a:tcPr/>
                </a:tc>
                <a:tc>
                  <a:txBody>
                    <a:bodyPr/>
                    <a:lstStyle/>
                    <a:p>
                      <a:r>
                        <a:rPr lang="en-US" dirty="0"/>
                        <a:t>31</a:t>
                      </a:r>
                      <a:endParaRPr lang="en-IN" dirty="0"/>
                    </a:p>
                  </a:txBody>
                  <a:tcPr/>
                </a:tc>
                <a:tc>
                  <a:txBody>
                    <a:bodyPr/>
                    <a:lstStyle/>
                    <a:p>
                      <a:r>
                        <a:rPr lang="en-US" dirty="0"/>
                        <a:t>7.92</a:t>
                      </a:r>
                      <a:endParaRPr lang="en-IN" dirty="0"/>
                    </a:p>
                  </a:txBody>
                  <a:tcPr/>
                </a:tc>
                <a:tc>
                  <a:txBody>
                    <a:bodyPr/>
                    <a:lstStyle/>
                    <a:p>
                      <a:r>
                        <a:rPr lang="en-US" dirty="0"/>
                        <a:t>245.47</a:t>
                      </a:r>
                      <a:endParaRPr lang="en-IN" dirty="0"/>
                    </a:p>
                  </a:txBody>
                  <a:tcPr/>
                </a:tc>
                <a:tc>
                  <a:txBody>
                    <a:bodyPr/>
                    <a:lstStyle/>
                    <a:p>
                      <a:r>
                        <a:rPr lang="en-US" dirty="0"/>
                        <a:t>7087</a:t>
                      </a:r>
                      <a:endParaRPr lang="en-IN" dirty="0"/>
                    </a:p>
                  </a:txBody>
                  <a:tcPr/>
                </a:tc>
                <a:extLst>
                  <a:ext uri="{0D108BD9-81ED-4DB2-BD59-A6C34878D82A}">
                    <a16:rowId xmlns:a16="http://schemas.microsoft.com/office/drawing/2014/main" val="1438103316"/>
                  </a:ext>
                </a:extLst>
              </a:tr>
              <a:tr h="717716">
                <a:tc>
                  <a:txBody>
                    <a:bodyPr/>
                    <a:lstStyle/>
                    <a:p>
                      <a:r>
                        <a:rPr lang="en-US" dirty="0"/>
                        <a:t>Spring</a:t>
                      </a:r>
                      <a:endParaRPr lang="en-IN" dirty="0"/>
                    </a:p>
                  </a:txBody>
                  <a:tcPr/>
                </a:tc>
                <a:tc>
                  <a:txBody>
                    <a:bodyPr/>
                    <a:lstStyle/>
                    <a:p>
                      <a:r>
                        <a:rPr lang="en-US" dirty="0"/>
                        <a:t>65</a:t>
                      </a:r>
                      <a:endParaRPr lang="en-IN" dirty="0"/>
                    </a:p>
                  </a:txBody>
                  <a:tcPr/>
                </a:tc>
                <a:tc>
                  <a:txBody>
                    <a:bodyPr/>
                    <a:lstStyle/>
                    <a:p>
                      <a:r>
                        <a:rPr lang="en-US" dirty="0"/>
                        <a:t>5.44</a:t>
                      </a:r>
                      <a:endParaRPr lang="en-IN" dirty="0"/>
                    </a:p>
                  </a:txBody>
                  <a:tcPr/>
                </a:tc>
                <a:tc>
                  <a:txBody>
                    <a:bodyPr/>
                    <a:lstStyle/>
                    <a:p>
                      <a:r>
                        <a:rPr lang="en-US" dirty="0"/>
                        <a:t>353.76</a:t>
                      </a:r>
                      <a:endParaRPr lang="en-IN" dirty="0"/>
                    </a:p>
                  </a:txBody>
                  <a:tcPr/>
                </a:tc>
                <a:tc>
                  <a:txBody>
                    <a:bodyPr/>
                    <a:lstStyle/>
                    <a:p>
                      <a:r>
                        <a:rPr lang="en-US" dirty="0"/>
                        <a:t>12.99</a:t>
                      </a:r>
                      <a:endParaRPr lang="en-IN" dirty="0"/>
                    </a:p>
                  </a:txBody>
                  <a:tcPr/>
                </a:tc>
                <a:extLst>
                  <a:ext uri="{0D108BD9-81ED-4DB2-BD59-A6C34878D82A}">
                    <a16:rowId xmlns:a16="http://schemas.microsoft.com/office/drawing/2014/main" val="1828176963"/>
                  </a:ext>
                </a:extLst>
              </a:tr>
              <a:tr h="717716">
                <a:tc>
                  <a:txBody>
                    <a:bodyPr/>
                    <a:lstStyle/>
                    <a:p>
                      <a:r>
                        <a:rPr lang="en-US" dirty="0"/>
                        <a:t>Summer</a:t>
                      </a:r>
                      <a:endParaRPr lang="en-IN" dirty="0"/>
                    </a:p>
                  </a:txBody>
                  <a:tcPr/>
                </a:tc>
                <a:tc>
                  <a:txBody>
                    <a:bodyPr/>
                    <a:lstStyle/>
                    <a:p>
                      <a:r>
                        <a:rPr lang="en-US" dirty="0"/>
                        <a:t>233</a:t>
                      </a:r>
                      <a:endParaRPr lang="en-IN" dirty="0"/>
                    </a:p>
                  </a:txBody>
                  <a:tcPr/>
                </a:tc>
                <a:tc>
                  <a:txBody>
                    <a:bodyPr/>
                    <a:lstStyle/>
                    <a:p>
                      <a:r>
                        <a:rPr lang="en-US" dirty="0"/>
                        <a:t>12.26</a:t>
                      </a:r>
                      <a:endParaRPr lang="en-IN" dirty="0"/>
                    </a:p>
                  </a:txBody>
                  <a:tcPr/>
                </a:tc>
                <a:tc>
                  <a:txBody>
                    <a:bodyPr/>
                    <a:lstStyle/>
                    <a:p>
                      <a:r>
                        <a:rPr lang="en-US" dirty="0"/>
                        <a:t>2857.12</a:t>
                      </a:r>
                      <a:endParaRPr lang="en-IN" dirty="0"/>
                    </a:p>
                  </a:txBody>
                  <a:tcPr/>
                </a:tc>
                <a:tc>
                  <a:txBody>
                    <a:bodyPr/>
                    <a:lstStyle/>
                    <a:p>
                      <a:r>
                        <a:rPr lang="en-US" dirty="0"/>
                        <a:t>21.61</a:t>
                      </a:r>
                      <a:endParaRPr lang="en-IN" dirty="0"/>
                    </a:p>
                  </a:txBody>
                  <a:tcPr/>
                </a:tc>
                <a:extLst>
                  <a:ext uri="{0D108BD9-81ED-4DB2-BD59-A6C34878D82A}">
                    <a16:rowId xmlns:a16="http://schemas.microsoft.com/office/drawing/2014/main" val="4277964624"/>
                  </a:ext>
                </a:extLst>
              </a:tr>
              <a:tr h="717716">
                <a:tc>
                  <a:txBody>
                    <a:bodyPr/>
                    <a:lstStyle/>
                    <a:p>
                      <a:r>
                        <a:rPr lang="en-US" dirty="0"/>
                        <a:t>autumn</a:t>
                      </a:r>
                      <a:endParaRPr lang="en-IN" dirty="0"/>
                    </a:p>
                  </a:txBody>
                  <a:tcPr/>
                </a:tc>
                <a:tc>
                  <a:txBody>
                    <a:bodyPr/>
                    <a:lstStyle/>
                    <a:p>
                      <a:r>
                        <a:rPr lang="en-US" dirty="0"/>
                        <a:t>188</a:t>
                      </a:r>
                      <a:endParaRPr lang="en-IN" dirty="0"/>
                    </a:p>
                  </a:txBody>
                  <a:tcPr/>
                </a:tc>
                <a:tc>
                  <a:txBody>
                    <a:bodyPr/>
                    <a:lstStyle/>
                    <a:p>
                      <a:r>
                        <a:rPr lang="en-US" dirty="0"/>
                        <a:t>16.95</a:t>
                      </a:r>
                      <a:endParaRPr lang="en-IN" dirty="0"/>
                    </a:p>
                  </a:txBody>
                  <a:tcPr/>
                </a:tc>
                <a:tc>
                  <a:txBody>
                    <a:bodyPr/>
                    <a:lstStyle/>
                    <a:p>
                      <a:r>
                        <a:rPr lang="en-US" dirty="0"/>
                        <a:t>3185.7</a:t>
                      </a:r>
                      <a:endParaRPr lang="en-IN" dirty="0"/>
                    </a:p>
                  </a:txBody>
                  <a:tcPr/>
                </a:tc>
                <a:tc>
                  <a:txBody>
                    <a:bodyPr/>
                    <a:lstStyle/>
                    <a:p>
                      <a:r>
                        <a:rPr lang="en-US" dirty="0"/>
                        <a:t>19.37</a:t>
                      </a:r>
                      <a:endParaRPr lang="en-IN" dirty="0"/>
                    </a:p>
                  </a:txBody>
                  <a:tcPr/>
                </a:tc>
                <a:extLst>
                  <a:ext uri="{0D108BD9-81ED-4DB2-BD59-A6C34878D82A}">
                    <a16:rowId xmlns:a16="http://schemas.microsoft.com/office/drawing/2014/main" val="1487583982"/>
                  </a:ext>
                </a:extLst>
              </a:tr>
            </a:tbl>
          </a:graphicData>
        </a:graphic>
      </p:graphicFrame>
    </p:spTree>
    <p:extLst>
      <p:ext uri="{BB962C8B-B14F-4D97-AF65-F5344CB8AC3E}">
        <p14:creationId xmlns:p14="http://schemas.microsoft.com/office/powerpoint/2010/main" val="4254900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A18B51-8431-4871-86F6-22893C5B8C23}"/>
              </a:ext>
            </a:extLst>
          </p:cNvPr>
          <p:cNvSpPr>
            <a:spLocks noGrp="1"/>
          </p:cNvSpPr>
          <p:nvPr>
            <p:ph type="sldNum" sz="quarter" idx="10"/>
          </p:nvPr>
        </p:nvSpPr>
        <p:spPr/>
        <p:txBody>
          <a:bodyPr/>
          <a:lstStyle/>
          <a:p>
            <a:fld id="{D495E168-DA5E-4888-8D8A-92B118324C14}" type="slidenum">
              <a:rPr lang="en-US" noProof="0" smtClean="0"/>
              <a:pPr/>
              <a:t>17</a:t>
            </a:fld>
            <a:endParaRPr lang="en-US" noProof="0" dirty="0"/>
          </a:p>
        </p:txBody>
      </p:sp>
      <p:sp>
        <p:nvSpPr>
          <p:cNvPr id="3" name="Footer Placeholder 2">
            <a:extLst>
              <a:ext uri="{FF2B5EF4-FFF2-40B4-BE49-F238E27FC236}">
                <a16:creationId xmlns:a16="http://schemas.microsoft.com/office/drawing/2014/main" id="{49D0FDCB-CE1C-403C-B14A-6CCA83B2DDEB}"/>
              </a:ext>
            </a:extLst>
          </p:cNvPr>
          <p:cNvSpPr>
            <a:spLocks noGrp="1"/>
          </p:cNvSpPr>
          <p:nvPr>
            <p:ph type="ftr" sz="quarter" idx="12"/>
          </p:nvPr>
        </p:nvSpPr>
        <p:spPr/>
        <p:txBody>
          <a:bodyPr/>
          <a:lstStyle/>
          <a:p>
            <a:r>
              <a:rPr lang="en-US" noProof="0"/>
              <a:t>ADD A FOOTER</a:t>
            </a:r>
            <a:endParaRPr lang="en-US" noProof="0" dirty="0"/>
          </a:p>
        </p:txBody>
      </p:sp>
      <p:sp>
        <p:nvSpPr>
          <p:cNvPr id="4" name="Title 3">
            <a:extLst>
              <a:ext uri="{FF2B5EF4-FFF2-40B4-BE49-F238E27FC236}">
                <a16:creationId xmlns:a16="http://schemas.microsoft.com/office/drawing/2014/main" id="{D3CAA9F8-A505-4FE1-8A5B-B04B9042BE89}"/>
              </a:ext>
            </a:extLst>
          </p:cNvPr>
          <p:cNvSpPr>
            <a:spLocks noGrp="1"/>
          </p:cNvSpPr>
          <p:nvPr>
            <p:ph type="title" idx="4294967295"/>
          </p:nvPr>
        </p:nvSpPr>
        <p:spPr>
          <a:xfrm>
            <a:off x="0" y="268288"/>
            <a:ext cx="10515600" cy="1325562"/>
          </a:xfrm>
        </p:spPr>
        <p:txBody>
          <a:bodyPr/>
          <a:lstStyle/>
          <a:p>
            <a:r>
              <a:rPr lang="en-US" dirty="0">
                <a:solidFill>
                  <a:schemeClr val="bg1"/>
                </a:solidFill>
              </a:rPr>
              <a:t>8.2 By day of week </a:t>
            </a:r>
            <a:endParaRPr lang="en-IN" dirty="0">
              <a:solidFill>
                <a:schemeClr val="bg1"/>
              </a:solidFill>
            </a:endParaRPr>
          </a:p>
        </p:txBody>
      </p:sp>
      <p:graphicFrame>
        <p:nvGraphicFramePr>
          <p:cNvPr id="6" name="Table 5">
            <a:extLst>
              <a:ext uri="{FF2B5EF4-FFF2-40B4-BE49-F238E27FC236}">
                <a16:creationId xmlns:a16="http://schemas.microsoft.com/office/drawing/2014/main" id="{96645A3C-3937-43DD-A54B-451E5E7F1301}"/>
              </a:ext>
            </a:extLst>
          </p:cNvPr>
          <p:cNvGraphicFramePr>
            <a:graphicFrameLocks noGrp="1"/>
          </p:cNvGraphicFramePr>
          <p:nvPr>
            <p:extLst>
              <p:ext uri="{D42A27DB-BD31-4B8C-83A1-F6EECF244321}">
                <p14:modId xmlns:p14="http://schemas.microsoft.com/office/powerpoint/2010/main" val="3989220000"/>
              </p:ext>
            </p:extLst>
          </p:nvPr>
        </p:nvGraphicFramePr>
        <p:xfrm>
          <a:off x="2032000" y="1497770"/>
          <a:ext cx="8127999" cy="4215384"/>
        </p:xfrm>
        <a:graphic>
          <a:graphicData uri="http://schemas.openxmlformats.org/drawingml/2006/table">
            <a:tbl>
              <a:tblPr firstRow="1" bandRow="1">
                <a:tableStyleId>{B301B821-A1FF-4177-AEE7-76D212191A09}</a:tableStyleId>
              </a:tblPr>
              <a:tblGrid>
                <a:gridCol w="2709333">
                  <a:extLst>
                    <a:ext uri="{9D8B030D-6E8A-4147-A177-3AD203B41FA5}">
                      <a16:colId xmlns:a16="http://schemas.microsoft.com/office/drawing/2014/main" val="3698278845"/>
                    </a:ext>
                  </a:extLst>
                </a:gridCol>
                <a:gridCol w="2709333">
                  <a:extLst>
                    <a:ext uri="{9D8B030D-6E8A-4147-A177-3AD203B41FA5}">
                      <a16:colId xmlns:a16="http://schemas.microsoft.com/office/drawing/2014/main" val="2620176821"/>
                    </a:ext>
                  </a:extLst>
                </a:gridCol>
                <a:gridCol w="2709333">
                  <a:extLst>
                    <a:ext uri="{9D8B030D-6E8A-4147-A177-3AD203B41FA5}">
                      <a16:colId xmlns:a16="http://schemas.microsoft.com/office/drawing/2014/main" val="2510413432"/>
                    </a:ext>
                  </a:extLst>
                </a:gridCol>
              </a:tblGrid>
              <a:tr h="526923">
                <a:tc>
                  <a:txBody>
                    <a:bodyPr/>
                    <a:lstStyle/>
                    <a:p>
                      <a:r>
                        <a:rPr lang="en-US" dirty="0"/>
                        <a:t>day</a:t>
                      </a:r>
                      <a:endParaRPr lang="en-IN" dirty="0"/>
                    </a:p>
                  </a:txBody>
                  <a:tcPr/>
                </a:tc>
                <a:tc>
                  <a:txBody>
                    <a:bodyPr/>
                    <a:lstStyle/>
                    <a:p>
                      <a:r>
                        <a:rPr lang="en-US" dirty="0"/>
                        <a:t>fires</a:t>
                      </a:r>
                      <a:endParaRPr lang="en-IN" dirty="0"/>
                    </a:p>
                  </a:txBody>
                  <a:tcPr/>
                </a:tc>
                <a:tc>
                  <a:txBody>
                    <a:bodyPr/>
                    <a:lstStyle/>
                    <a:p>
                      <a:r>
                        <a:rPr lang="en-US" dirty="0"/>
                        <a:t>Mean61_area</a:t>
                      </a:r>
                      <a:endParaRPr lang="en-IN" dirty="0"/>
                    </a:p>
                  </a:txBody>
                  <a:tcPr/>
                </a:tc>
                <a:extLst>
                  <a:ext uri="{0D108BD9-81ED-4DB2-BD59-A6C34878D82A}">
                    <a16:rowId xmlns:a16="http://schemas.microsoft.com/office/drawing/2014/main" val="439051059"/>
                  </a:ext>
                </a:extLst>
              </a:tr>
              <a:tr h="526923">
                <a:tc>
                  <a:txBody>
                    <a:bodyPr/>
                    <a:lstStyle/>
                    <a:p>
                      <a:r>
                        <a:rPr lang="en-US" dirty="0"/>
                        <a:t>Mon</a:t>
                      </a:r>
                      <a:endParaRPr lang="en-IN" dirty="0"/>
                    </a:p>
                  </a:txBody>
                  <a:tcPr/>
                </a:tc>
                <a:tc>
                  <a:txBody>
                    <a:bodyPr/>
                    <a:lstStyle/>
                    <a:p>
                      <a:r>
                        <a:rPr lang="en-US" dirty="0"/>
                        <a:t>74</a:t>
                      </a:r>
                      <a:endParaRPr lang="en-IN" dirty="0"/>
                    </a:p>
                  </a:txBody>
                  <a:tcPr/>
                </a:tc>
                <a:tc>
                  <a:txBody>
                    <a:bodyPr/>
                    <a:lstStyle/>
                    <a:p>
                      <a:r>
                        <a:rPr lang="en-US" dirty="0"/>
                        <a:t>9.55</a:t>
                      </a:r>
                      <a:endParaRPr lang="en-IN" dirty="0"/>
                    </a:p>
                  </a:txBody>
                  <a:tcPr/>
                </a:tc>
                <a:extLst>
                  <a:ext uri="{0D108BD9-81ED-4DB2-BD59-A6C34878D82A}">
                    <a16:rowId xmlns:a16="http://schemas.microsoft.com/office/drawing/2014/main" val="808107761"/>
                  </a:ext>
                </a:extLst>
              </a:tr>
              <a:tr h="526923">
                <a:tc>
                  <a:txBody>
                    <a:bodyPr/>
                    <a:lstStyle/>
                    <a:p>
                      <a:r>
                        <a:rPr lang="en-US" dirty="0"/>
                        <a:t>Tue</a:t>
                      </a:r>
                      <a:endParaRPr lang="en-IN" dirty="0"/>
                    </a:p>
                  </a:txBody>
                  <a:tcPr/>
                </a:tc>
                <a:tc>
                  <a:txBody>
                    <a:bodyPr/>
                    <a:lstStyle/>
                    <a:p>
                      <a:r>
                        <a:rPr lang="en-US" dirty="0"/>
                        <a:t>64</a:t>
                      </a:r>
                      <a:endParaRPr lang="en-IN" dirty="0"/>
                    </a:p>
                  </a:txBody>
                  <a:tcPr/>
                </a:tc>
                <a:tc>
                  <a:txBody>
                    <a:bodyPr/>
                    <a:lstStyle/>
                    <a:p>
                      <a:r>
                        <a:rPr lang="en-US" dirty="0"/>
                        <a:t>12.62</a:t>
                      </a:r>
                      <a:endParaRPr lang="en-IN" dirty="0"/>
                    </a:p>
                  </a:txBody>
                  <a:tcPr/>
                </a:tc>
                <a:extLst>
                  <a:ext uri="{0D108BD9-81ED-4DB2-BD59-A6C34878D82A}">
                    <a16:rowId xmlns:a16="http://schemas.microsoft.com/office/drawing/2014/main" val="2532220067"/>
                  </a:ext>
                </a:extLst>
              </a:tr>
              <a:tr h="526923">
                <a:tc>
                  <a:txBody>
                    <a:bodyPr/>
                    <a:lstStyle/>
                    <a:p>
                      <a:r>
                        <a:rPr lang="en-US" dirty="0"/>
                        <a:t>Wed</a:t>
                      </a:r>
                      <a:endParaRPr lang="en-IN" dirty="0"/>
                    </a:p>
                  </a:txBody>
                  <a:tcPr/>
                </a:tc>
                <a:tc>
                  <a:txBody>
                    <a:bodyPr/>
                    <a:lstStyle/>
                    <a:p>
                      <a:r>
                        <a:rPr lang="en-US" dirty="0"/>
                        <a:t>54</a:t>
                      </a:r>
                      <a:endParaRPr lang="en-IN" dirty="0"/>
                    </a:p>
                  </a:txBody>
                  <a:tcPr/>
                </a:tc>
                <a:tc>
                  <a:txBody>
                    <a:bodyPr/>
                    <a:lstStyle/>
                    <a:p>
                      <a:r>
                        <a:rPr lang="en-US" dirty="0"/>
                        <a:t>10.71</a:t>
                      </a:r>
                      <a:endParaRPr lang="en-IN" dirty="0"/>
                    </a:p>
                  </a:txBody>
                  <a:tcPr/>
                </a:tc>
                <a:extLst>
                  <a:ext uri="{0D108BD9-81ED-4DB2-BD59-A6C34878D82A}">
                    <a16:rowId xmlns:a16="http://schemas.microsoft.com/office/drawing/2014/main" val="1138658340"/>
                  </a:ext>
                </a:extLst>
              </a:tr>
              <a:tr h="526923">
                <a:tc>
                  <a:txBody>
                    <a:bodyPr/>
                    <a:lstStyle/>
                    <a:p>
                      <a:r>
                        <a:rPr lang="en-US" dirty="0" err="1"/>
                        <a:t>thu</a:t>
                      </a:r>
                      <a:endParaRPr lang="en-IN" dirty="0"/>
                    </a:p>
                  </a:txBody>
                  <a:tcPr/>
                </a:tc>
                <a:tc>
                  <a:txBody>
                    <a:bodyPr/>
                    <a:lstStyle/>
                    <a:p>
                      <a:r>
                        <a:rPr lang="en-US" dirty="0"/>
                        <a:t>61</a:t>
                      </a:r>
                      <a:endParaRPr lang="en-IN" dirty="0"/>
                    </a:p>
                  </a:txBody>
                  <a:tcPr/>
                </a:tc>
                <a:tc>
                  <a:txBody>
                    <a:bodyPr/>
                    <a:lstStyle/>
                    <a:p>
                      <a:r>
                        <a:rPr lang="en-US" dirty="0"/>
                        <a:t>16.35</a:t>
                      </a:r>
                      <a:endParaRPr lang="en-IN" dirty="0"/>
                    </a:p>
                  </a:txBody>
                  <a:tcPr/>
                </a:tc>
                <a:extLst>
                  <a:ext uri="{0D108BD9-81ED-4DB2-BD59-A6C34878D82A}">
                    <a16:rowId xmlns:a16="http://schemas.microsoft.com/office/drawing/2014/main" val="1806452529"/>
                  </a:ext>
                </a:extLst>
              </a:tr>
              <a:tr h="526923">
                <a:tc>
                  <a:txBody>
                    <a:bodyPr/>
                    <a:lstStyle/>
                    <a:p>
                      <a:r>
                        <a:rPr lang="en-US" dirty="0"/>
                        <a:t>Fri</a:t>
                      </a:r>
                      <a:endParaRPr lang="en-IN" dirty="0"/>
                    </a:p>
                  </a:txBody>
                  <a:tcPr/>
                </a:tc>
                <a:tc>
                  <a:txBody>
                    <a:bodyPr/>
                    <a:lstStyle/>
                    <a:p>
                      <a:r>
                        <a:rPr lang="en-US" dirty="0"/>
                        <a:t>85</a:t>
                      </a:r>
                      <a:endParaRPr lang="en-IN" dirty="0"/>
                    </a:p>
                  </a:txBody>
                  <a:tcPr/>
                </a:tc>
                <a:tc>
                  <a:txBody>
                    <a:bodyPr/>
                    <a:lstStyle/>
                    <a:p>
                      <a:r>
                        <a:rPr lang="en-US" dirty="0"/>
                        <a:t>5.26</a:t>
                      </a:r>
                      <a:endParaRPr lang="en-IN" dirty="0"/>
                    </a:p>
                  </a:txBody>
                  <a:tcPr/>
                </a:tc>
                <a:extLst>
                  <a:ext uri="{0D108BD9-81ED-4DB2-BD59-A6C34878D82A}">
                    <a16:rowId xmlns:a16="http://schemas.microsoft.com/office/drawing/2014/main" val="3701724751"/>
                  </a:ext>
                </a:extLst>
              </a:tr>
              <a:tr h="526923">
                <a:tc>
                  <a:txBody>
                    <a:bodyPr/>
                    <a:lstStyle/>
                    <a:p>
                      <a:r>
                        <a:rPr lang="en-US" dirty="0"/>
                        <a:t>Sat</a:t>
                      </a:r>
                      <a:endParaRPr lang="en-IN" dirty="0"/>
                    </a:p>
                  </a:txBody>
                  <a:tcPr/>
                </a:tc>
                <a:tc>
                  <a:txBody>
                    <a:bodyPr/>
                    <a:lstStyle/>
                    <a:p>
                      <a:r>
                        <a:rPr lang="en-US" dirty="0"/>
                        <a:t>84</a:t>
                      </a:r>
                      <a:endParaRPr lang="en-IN" dirty="0"/>
                    </a:p>
                  </a:txBody>
                  <a:tcPr/>
                </a:tc>
                <a:tc>
                  <a:txBody>
                    <a:bodyPr/>
                    <a:lstStyle/>
                    <a:p>
                      <a:r>
                        <a:rPr lang="en-US" dirty="0"/>
                        <a:t>25.53</a:t>
                      </a:r>
                      <a:endParaRPr lang="en-IN" dirty="0"/>
                    </a:p>
                  </a:txBody>
                  <a:tcPr/>
                </a:tc>
                <a:extLst>
                  <a:ext uri="{0D108BD9-81ED-4DB2-BD59-A6C34878D82A}">
                    <a16:rowId xmlns:a16="http://schemas.microsoft.com/office/drawing/2014/main" val="1945158211"/>
                  </a:ext>
                </a:extLst>
              </a:tr>
              <a:tr h="526923">
                <a:tc>
                  <a:txBody>
                    <a:bodyPr/>
                    <a:lstStyle/>
                    <a:p>
                      <a:r>
                        <a:rPr lang="en-US" dirty="0"/>
                        <a:t>Sun</a:t>
                      </a:r>
                      <a:endParaRPr lang="en-IN" dirty="0"/>
                    </a:p>
                  </a:txBody>
                  <a:tcPr/>
                </a:tc>
                <a:tc>
                  <a:txBody>
                    <a:bodyPr/>
                    <a:lstStyle/>
                    <a:p>
                      <a:r>
                        <a:rPr lang="en-US" dirty="0"/>
                        <a:t>95</a:t>
                      </a:r>
                      <a:endParaRPr lang="en-IN" dirty="0"/>
                    </a:p>
                  </a:txBody>
                  <a:tcPr/>
                </a:tc>
                <a:tc>
                  <a:txBody>
                    <a:bodyPr/>
                    <a:lstStyle/>
                    <a:p>
                      <a:r>
                        <a:rPr lang="en-US" dirty="0"/>
                        <a:t>10.1</a:t>
                      </a:r>
                      <a:endParaRPr lang="en-IN" dirty="0"/>
                    </a:p>
                  </a:txBody>
                  <a:tcPr/>
                </a:tc>
                <a:extLst>
                  <a:ext uri="{0D108BD9-81ED-4DB2-BD59-A6C34878D82A}">
                    <a16:rowId xmlns:a16="http://schemas.microsoft.com/office/drawing/2014/main" val="480649772"/>
                  </a:ext>
                </a:extLst>
              </a:tr>
            </a:tbl>
          </a:graphicData>
        </a:graphic>
      </p:graphicFrame>
    </p:spTree>
    <p:extLst>
      <p:ext uri="{BB962C8B-B14F-4D97-AF65-F5344CB8AC3E}">
        <p14:creationId xmlns:p14="http://schemas.microsoft.com/office/powerpoint/2010/main" val="2108247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D1BEF1-88C5-44FD-86E2-245F50A29701}"/>
              </a:ext>
            </a:extLst>
          </p:cNvPr>
          <p:cNvSpPr>
            <a:spLocks noGrp="1"/>
          </p:cNvSpPr>
          <p:nvPr>
            <p:ph type="sldNum" sz="quarter" idx="10"/>
          </p:nvPr>
        </p:nvSpPr>
        <p:spPr/>
        <p:txBody>
          <a:bodyPr/>
          <a:lstStyle/>
          <a:p>
            <a:fld id="{D495E168-DA5E-4888-8D8A-92B118324C14}" type="slidenum">
              <a:rPr lang="en-US" noProof="0" smtClean="0"/>
              <a:pPr/>
              <a:t>18</a:t>
            </a:fld>
            <a:endParaRPr lang="en-US" noProof="0" dirty="0"/>
          </a:p>
        </p:txBody>
      </p:sp>
      <p:sp>
        <p:nvSpPr>
          <p:cNvPr id="3" name="Footer Placeholder 2">
            <a:extLst>
              <a:ext uri="{FF2B5EF4-FFF2-40B4-BE49-F238E27FC236}">
                <a16:creationId xmlns:a16="http://schemas.microsoft.com/office/drawing/2014/main" id="{46084407-18B0-4AE6-9411-A7A4DA66DF5F}"/>
              </a:ext>
            </a:extLst>
          </p:cNvPr>
          <p:cNvSpPr>
            <a:spLocks noGrp="1"/>
          </p:cNvSpPr>
          <p:nvPr>
            <p:ph type="ftr" sz="quarter" idx="12"/>
          </p:nvPr>
        </p:nvSpPr>
        <p:spPr/>
        <p:txBody>
          <a:bodyPr/>
          <a:lstStyle/>
          <a:p>
            <a:r>
              <a:rPr lang="en-US" noProof="0"/>
              <a:t>ADD A FOOTER</a:t>
            </a:r>
            <a:endParaRPr lang="en-US" noProof="0" dirty="0"/>
          </a:p>
        </p:txBody>
      </p:sp>
      <p:sp>
        <p:nvSpPr>
          <p:cNvPr id="4" name="Title 3">
            <a:extLst>
              <a:ext uri="{FF2B5EF4-FFF2-40B4-BE49-F238E27FC236}">
                <a16:creationId xmlns:a16="http://schemas.microsoft.com/office/drawing/2014/main" id="{837A2183-8FE1-4348-8D14-84F4384E3E37}"/>
              </a:ext>
            </a:extLst>
          </p:cNvPr>
          <p:cNvSpPr>
            <a:spLocks noGrp="1"/>
          </p:cNvSpPr>
          <p:nvPr>
            <p:ph type="title"/>
          </p:nvPr>
        </p:nvSpPr>
        <p:spPr>
          <a:xfrm>
            <a:off x="838200" y="268873"/>
            <a:ext cx="10515600" cy="1559927"/>
          </a:xfrm>
        </p:spPr>
        <p:txBody>
          <a:bodyPr>
            <a:normAutofit fontScale="90000"/>
          </a:bodyPr>
          <a:lstStyle/>
          <a:p>
            <a:r>
              <a:rPr lang="en-US" dirty="0"/>
              <a:t>8.3 Mean burned area by month</a:t>
            </a:r>
            <a:br>
              <a:rPr lang="en-US" dirty="0"/>
            </a:br>
            <a:r>
              <a:rPr lang="en-US" sz="3100" dirty="0">
                <a:solidFill>
                  <a:schemeClr val="tx2">
                    <a:lumMod val="60000"/>
                    <a:lumOff val="40000"/>
                  </a:schemeClr>
                </a:solidFill>
              </a:rPr>
              <a:t>The highest mean burned area is in may (19.2 ha). Note that months with few fires can have a high average because of one large fire.</a:t>
            </a:r>
            <a:endParaRPr lang="en-IN" sz="3100" dirty="0">
              <a:solidFill>
                <a:schemeClr val="tx2">
                  <a:lumMod val="60000"/>
                  <a:lumOff val="40000"/>
                </a:schemeClr>
              </a:solidFill>
            </a:endParaRPr>
          </a:p>
        </p:txBody>
      </p:sp>
      <p:pic>
        <p:nvPicPr>
          <p:cNvPr id="7" name="Media Placeholder 6">
            <a:extLst>
              <a:ext uri="{FF2B5EF4-FFF2-40B4-BE49-F238E27FC236}">
                <a16:creationId xmlns:a16="http://schemas.microsoft.com/office/drawing/2014/main" id="{C7A95E51-E7A9-477A-8BAF-62D416E73F41}"/>
              </a:ext>
            </a:extLst>
          </p:cNvPr>
          <p:cNvPicPr>
            <a:picLocks noGrp="1" noChangeAspect="1"/>
          </p:cNvPicPr>
          <p:nvPr>
            <p:ph type="media" sz="quarter" idx="17"/>
          </p:nvPr>
        </p:nvPicPr>
        <p:blipFill>
          <a:blip r:embed="rId2"/>
          <a:stretch>
            <a:fillRect/>
          </a:stretch>
        </p:blipFill>
        <p:spPr>
          <a:xfrm>
            <a:off x="1847850" y="1828800"/>
            <a:ext cx="8553450" cy="4000500"/>
          </a:xfrm>
          <a:prstGeom prst="rect">
            <a:avLst/>
          </a:prstGeom>
        </p:spPr>
      </p:pic>
    </p:spTree>
    <p:extLst>
      <p:ext uri="{BB962C8B-B14F-4D97-AF65-F5344CB8AC3E}">
        <p14:creationId xmlns:p14="http://schemas.microsoft.com/office/powerpoint/2010/main" val="106047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C2E8C0-7FFF-408F-8B2A-FD594E8DBB27}"/>
              </a:ext>
            </a:extLst>
          </p:cNvPr>
          <p:cNvSpPr>
            <a:spLocks noGrp="1"/>
          </p:cNvSpPr>
          <p:nvPr>
            <p:ph type="sldNum" sz="quarter" idx="10"/>
          </p:nvPr>
        </p:nvSpPr>
        <p:spPr/>
        <p:txBody>
          <a:bodyPr/>
          <a:lstStyle/>
          <a:p>
            <a:fld id="{D495E168-DA5E-4888-8D8A-92B118324C14}" type="slidenum">
              <a:rPr lang="en-US" noProof="0" smtClean="0"/>
              <a:pPr/>
              <a:t>19</a:t>
            </a:fld>
            <a:endParaRPr lang="en-US" noProof="0" dirty="0"/>
          </a:p>
        </p:txBody>
      </p:sp>
      <p:sp>
        <p:nvSpPr>
          <p:cNvPr id="3" name="Footer Placeholder 2">
            <a:extLst>
              <a:ext uri="{FF2B5EF4-FFF2-40B4-BE49-F238E27FC236}">
                <a16:creationId xmlns:a16="http://schemas.microsoft.com/office/drawing/2014/main" id="{17726838-5090-451E-B855-DDA291551C81}"/>
              </a:ext>
            </a:extLst>
          </p:cNvPr>
          <p:cNvSpPr>
            <a:spLocks noGrp="1"/>
          </p:cNvSpPr>
          <p:nvPr>
            <p:ph type="ftr" sz="quarter" idx="12"/>
          </p:nvPr>
        </p:nvSpPr>
        <p:spPr/>
        <p:txBody>
          <a:bodyPr/>
          <a:lstStyle/>
          <a:p>
            <a:r>
              <a:rPr lang="en-US" noProof="0"/>
              <a:t>ADD A FOOTER</a:t>
            </a:r>
            <a:endParaRPr lang="en-US" noProof="0" dirty="0"/>
          </a:p>
        </p:txBody>
      </p:sp>
      <p:sp>
        <p:nvSpPr>
          <p:cNvPr id="4" name="Title 3">
            <a:extLst>
              <a:ext uri="{FF2B5EF4-FFF2-40B4-BE49-F238E27FC236}">
                <a16:creationId xmlns:a16="http://schemas.microsoft.com/office/drawing/2014/main" id="{50AC9AE9-5FFE-45D6-93FE-DEB8E3D814D4}"/>
              </a:ext>
            </a:extLst>
          </p:cNvPr>
          <p:cNvSpPr>
            <a:spLocks noGrp="1"/>
          </p:cNvSpPr>
          <p:nvPr>
            <p:ph type="title"/>
          </p:nvPr>
        </p:nvSpPr>
        <p:spPr/>
        <p:txBody>
          <a:bodyPr/>
          <a:lstStyle/>
          <a:p>
            <a:r>
              <a:rPr lang="en-US" dirty="0"/>
              <a:t>8.4 Burned vs not burned (area &gt; 0)</a:t>
            </a:r>
            <a:endParaRPr lang="en-IN" dirty="0"/>
          </a:p>
        </p:txBody>
      </p:sp>
      <p:sp>
        <p:nvSpPr>
          <p:cNvPr id="5" name="Media Placeholder 4">
            <a:extLst>
              <a:ext uri="{FF2B5EF4-FFF2-40B4-BE49-F238E27FC236}">
                <a16:creationId xmlns:a16="http://schemas.microsoft.com/office/drawing/2014/main" id="{D748FAAC-446C-48CD-9846-D916A8530530}"/>
              </a:ext>
            </a:extLst>
          </p:cNvPr>
          <p:cNvSpPr>
            <a:spLocks noGrp="1"/>
          </p:cNvSpPr>
          <p:nvPr>
            <p:ph type="media" sz="quarter" idx="17"/>
          </p:nvPr>
        </p:nvSpPr>
        <p:spPr/>
      </p:sp>
      <p:graphicFrame>
        <p:nvGraphicFramePr>
          <p:cNvPr id="6" name="Table 5">
            <a:extLst>
              <a:ext uri="{FF2B5EF4-FFF2-40B4-BE49-F238E27FC236}">
                <a16:creationId xmlns:a16="http://schemas.microsoft.com/office/drawing/2014/main" id="{E154B6F4-757C-4756-BF6B-BB6A9C8CBAE0}"/>
              </a:ext>
            </a:extLst>
          </p:cNvPr>
          <p:cNvGraphicFramePr>
            <a:graphicFrameLocks noGrp="1"/>
          </p:cNvGraphicFramePr>
          <p:nvPr>
            <p:extLst>
              <p:ext uri="{D42A27DB-BD31-4B8C-83A1-F6EECF244321}">
                <p14:modId xmlns:p14="http://schemas.microsoft.com/office/powerpoint/2010/main" val="748843855"/>
              </p:ext>
            </p:extLst>
          </p:nvPr>
        </p:nvGraphicFramePr>
        <p:xfrm>
          <a:off x="1395984" y="1497770"/>
          <a:ext cx="9400032" cy="4215384"/>
        </p:xfrm>
        <a:graphic>
          <a:graphicData uri="http://schemas.openxmlformats.org/drawingml/2006/table">
            <a:tbl>
              <a:tblPr firstRow="1" bandRow="1">
                <a:tableStyleId>{B301B821-A1FF-4177-AEE7-76D212191A09}</a:tableStyleId>
              </a:tblPr>
              <a:tblGrid>
                <a:gridCol w="1175004">
                  <a:extLst>
                    <a:ext uri="{9D8B030D-6E8A-4147-A177-3AD203B41FA5}">
                      <a16:colId xmlns:a16="http://schemas.microsoft.com/office/drawing/2014/main" val="1537438980"/>
                    </a:ext>
                  </a:extLst>
                </a:gridCol>
                <a:gridCol w="1175004">
                  <a:extLst>
                    <a:ext uri="{9D8B030D-6E8A-4147-A177-3AD203B41FA5}">
                      <a16:colId xmlns:a16="http://schemas.microsoft.com/office/drawing/2014/main" val="3005276240"/>
                    </a:ext>
                  </a:extLst>
                </a:gridCol>
                <a:gridCol w="1175004">
                  <a:extLst>
                    <a:ext uri="{9D8B030D-6E8A-4147-A177-3AD203B41FA5}">
                      <a16:colId xmlns:a16="http://schemas.microsoft.com/office/drawing/2014/main" val="269087764"/>
                    </a:ext>
                  </a:extLst>
                </a:gridCol>
                <a:gridCol w="1251204">
                  <a:extLst>
                    <a:ext uri="{9D8B030D-6E8A-4147-A177-3AD203B41FA5}">
                      <a16:colId xmlns:a16="http://schemas.microsoft.com/office/drawing/2014/main" val="2590338475"/>
                    </a:ext>
                  </a:extLst>
                </a:gridCol>
                <a:gridCol w="1098804">
                  <a:extLst>
                    <a:ext uri="{9D8B030D-6E8A-4147-A177-3AD203B41FA5}">
                      <a16:colId xmlns:a16="http://schemas.microsoft.com/office/drawing/2014/main" val="3184400752"/>
                    </a:ext>
                  </a:extLst>
                </a:gridCol>
                <a:gridCol w="1175004">
                  <a:extLst>
                    <a:ext uri="{9D8B030D-6E8A-4147-A177-3AD203B41FA5}">
                      <a16:colId xmlns:a16="http://schemas.microsoft.com/office/drawing/2014/main" val="818666156"/>
                    </a:ext>
                  </a:extLst>
                </a:gridCol>
                <a:gridCol w="1175004">
                  <a:extLst>
                    <a:ext uri="{9D8B030D-6E8A-4147-A177-3AD203B41FA5}">
                      <a16:colId xmlns:a16="http://schemas.microsoft.com/office/drawing/2014/main" val="1201720655"/>
                    </a:ext>
                  </a:extLst>
                </a:gridCol>
                <a:gridCol w="1175004">
                  <a:extLst>
                    <a:ext uri="{9D8B030D-6E8A-4147-A177-3AD203B41FA5}">
                      <a16:colId xmlns:a16="http://schemas.microsoft.com/office/drawing/2014/main" val="1944388823"/>
                    </a:ext>
                  </a:extLst>
                </a:gridCol>
              </a:tblGrid>
              <a:tr h="1405128">
                <a:tc>
                  <a:txBody>
                    <a:bodyPr/>
                    <a:lstStyle/>
                    <a:p>
                      <a:r>
                        <a:rPr lang="en-US" dirty="0"/>
                        <a:t>Burned</a:t>
                      </a:r>
                      <a:endParaRPr lang="en-IN" dirty="0"/>
                    </a:p>
                  </a:txBody>
                  <a:tcPr/>
                </a:tc>
                <a:tc>
                  <a:txBody>
                    <a:bodyPr/>
                    <a:lstStyle/>
                    <a:p>
                      <a:r>
                        <a:rPr lang="en-US" dirty="0"/>
                        <a:t>temp</a:t>
                      </a:r>
                      <a:endParaRPr lang="en-IN" dirty="0"/>
                    </a:p>
                  </a:txBody>
                  <a:tcPr/>
                </a:tc>
                <a:tc>
                  <a:txBody>
                    <a:bodyPr/>
                    <a:lstStyle/>
                    <a:p>
                      <a:r>
                        <a:rPr lang="en-US" dirty="0"/>
                        <a:t>RH</a:t>
                      </a:r>
                      <a:endParaRPr lang="en-IN" dirty="0"/>
                    </a:p>
                  </a:txBody>
                  <a:tcPr/>
                </a:tc>
                <a:tc>
                  <a:txBody>
                    <a:bodyPr/>
                    <a:lstStyle/>
                    <a:p>
                      <a:r>
                        <a:rPr lang="en-US" dirty="0"/>
                        <a:t>wind</a:t>
                      </a:r>
                      <a:endParaRPr lang="en-IN" dirty="0"/>
                    </a:p>
                  </a:txBody>
                  <a:tcPr/>
                </a:tc>
                <a:tc>
                  <a:txBody>
                    <a:bodyPr/>
                    <a:lstStyle/>
                    <a:p>
                      <a:r>
                        <a:rPr lang="en-US" dirty="0"/>
                        <a:t>FFMC</a:t>
                      </a:r>
                      <a:endParaRPr lang="en-IN" dirty="0"/>
                    </a:p>
                  </a:txBody>
                  <a:tcPr/>
                </a:tc>
                <a:tc>
                  <a:txBody>
                    <a:bodyPr/>
                    <a:lstStyle/>
                    <a:p>
                      <a:r>
                        <a:rPr lang="en-US" dirty="0"/>
                        <a:t>DMC</a:t>
                      </a:r>
                      <a:endParaRPr lang="en-IN" dirty="0"/>
                    </a:p>
                  </a:txBody>
                  <a:tcPr/>
                </a:tc>
                <a:tc>
                  <a:txBody>
                    <a:bodyPr/>
                    <a:lstStyle/>
                    <a:p>
                      <a:r>
                        <a:rPr lang="en-US" dirty="0"/>
                        <a:t>DC</a:t>
                      </a:r>
                      <a:endParaRPr lang="en-IN" dirty="0"/>
                    </a:p>
                  </a:txBody>
                  <a:tcPr/>
                </a:tc>
                <a:tc>
                  <a:txBody>
                    <a:bodyPr/>
                    <a:lstStyle/>
                    <a:p>
                      <a:r>
                        <a:rPr lang="en-US" dirty="0"/>
                        <a:t>ISI</a:t>
                      </a:r>
                      <a:endParaRPr lang="en-IN" dirty="0"/>
                    </a:p>
                  </a:txBody>
                  <a:tcPr/>
                </a:tc>
                <a:extLst>
                  <a:ext uri="{0D108BD9-81ED-4DB2-BD59-A6C34878D82A}">
                    <a16:rowId xmlns:a16="http://schemas.microsoft.com/office/drawing/2014/main" val="1183816165"/>
                  </a:ext>
                </a:extLst>
              </a:tr>
              <a:tr h="1405128">
                <a:tc>
                  <a:txBody>
                    <a:bodyPr/>
                    <a:lstStyle/>
                    <a:p>
                      <a:r>
                        <a:rPr lang="en-US" dirty="0"/>
                        <a:t>No area(0)</a:t>
                      </a:r>
                      <a:endParaRPr lang="en-IN" dirty="0"/>
                    </a:p>
                  </a:txBody>
                  <a:tcPr/>
                </a:tc>
                <a:tc>
                  <a:txBody>
                    <a:bodyPr/>
                    <a:lstStyle/>
                    <a:p>
                      <a:r>
                        <a:rPr lang="en-US" dirty="0"/>
                        <a:t>18.43</a:t>
                      </a:r>
                      <a:endParaRPr lang="en-IN" dirty="0"/>
                    </a:p>
                  </a:txBody>
                  <a:tcPr/>
                </a:tc>
                <a:tc>
                  <a:txBody>
                    <a:bodyPr/>
                    <a:lstStyle/>
                    <a:p>
                      <a:r>
                        <a:rPr lang="en-US" dirty="0"/>
                        <a:t>44.89</a:t>
                      </a:r>
                      <a:endParaRPr lang="en-IN" dirty="0"/>
                    </a:p>
                  </a:txBody>
                  <a:tcPr/>
                </a:tc>
                <a:tc>
                  <a:txBody>
                    <a:bodyPr/>
                    <a:lstStyle/>
                    <a:p>
                      <a:r>
                        <a:rPr lang="en-US" dirty="0"/>
                        <a:t>3.91</a:t>
                      </a:r>
                      <a:endParaRPr lang="en-IN" dirty="0"/>
                    </a:p>
                  </a:txBody>
                  <a:tcPr/>
                </a:tc>
                <a:tc>
                  <a:txBody>
                    <a:bodyPr/>
                    <a:lstStyle/>
                    <a:p>
                      <a:r>
                        <a:rPr lang="en-US" dirty="0"/>
                        <a:t>90.22</a:t>
                      </a:r>
                      <a:endParaRPr lang="en-IN" dirty="0"/>
                    </a:p>
                  </a:txBody>
                  <a:tcPr/>
                </a:tc>
                <a:tc>
                  <a:txBody>
                    <a:bodyPr/>
                    <a:lstStyle/>
                    <a:p>
                      <a:r>
                        <a:rPr lang="en-US" dirty="0"/>
                        <a:t>106.68</a:t>
                      </a:r>
                      <a:endParaRPr lang="en-IN" dirty="0"/>
                    </a:p>
                  </a:txBody>
                  <a:tcPr/>
                </a:tc>
                <a:tc>
                  <a:txBody>
                    <a:bodyPr/>
                    <a:lstStyle/>
                    <a:p>
                      <a:r>
                        <a:rPr lang="en-US" dirty="0"/>
                        <a:t>522.88</a:t>
                      </a:r>
                      <a:endParaRPr lang="en-IN" dirty="0"/>
                    </a:p>
                  </a:txBody>
                  <a:tcPr/>
                </a:tc>
                <a:tc>
                  <a:txBody>
                    <a:bodyPr/>
                    <a:lstStyle/>
                    <a:p>
                      <a:r>
                        <a:rPr lang="en-US" dirty="0"/>
                        <a:t>8.85</a:t>
                      </a:r>
                      <a:endParaRPr lang="en-IN" dirty="0"/>
                    </a:p>
                  </a:txBody>
                  <a:tcPr/>
                </a:tc>
                <a:extLst>
                  <a:ext uri="{0D108BD9-81ED-4DB2-BD59-A6C34878D82A}">
                    <a16:rowId xmlns:a16="http://schemas.microsoft.com/office/drawing/2014/main" val="2167883559"/>
                  </a:ext>
                </a:extLst>
              </a:tr>
              <a:tr h="1405128">
                <a:tc>
                  <a:txBody>
                    <a:bodyPr/>
                    <a:lstStyle/>
                    <a:p>
                      <a:r>
                        <a:rPr lang="en-US" dirty="0"/>
                        <a:t>Burned(&gt;0)</a:t>
                      </a:r>
                      <a:endParaRPr lang="en-IN" dirty="0"/>
                    </a:p>
                  </a:txBody>
                  <a:tcPr/>
                </a:tc>
                <a:tc>
                  <a:txBody>
                    <a:bodyPr/>
                    <a:lstStyle/>
                    <a:p>
                      <a:r>
                        <a:rPr lang="en-US" dirty="0"/>
                        <a:t>19.31</a:t>
                      </a:r>
                      <a:endParaRPr lang="en-IN" dirty="0"/>
                    </a:p>
                  </a:txBody>
                  <a:tcPr/>
                </a:tc>
                <a:tc>
                  <a:txBody>
                    <a:bodyPr/>
                    <a:lstStyle/>
                    <a:p>
                      <a:r>
                        <a:rPr lang="en-US" dirty="0"/>
                        <a:t>43.73</a:t>
                      </a:r>
                      <a:endParaRPr lang="en-IN" dirty="0"/>
                    </a:p>
                  </a:txBody>
                  <a:tcPr/>
                </a:tc>
                <a:tc>
                  <a:txBody>
                    <a:bodyPr/>
                    <a:lstStyle/>
                    <a:p>
                      <a:r>
                        <a:rPr lang="en-US" dirty="0"/>
                        <a:t>4.11</a:t>
                      </a:r>
                      <a:endParaRPr lang="en-IN" dirty="0"/>
                    </a:p>
                  </a:txBody>
                  <a:tcPr/>
                </a:tc>
                <a:tc>
                  <a:txBody>
                    <a:bodyPr/>
                    <a:lstStyle/>
                    <a:p>
                      <a:r>
                        <a:rPr lang="en-US" dirty="0"/>
                        <a:t>91.03</a:t>
                      </a:r>
                      <a:endParaRPr lang="en-IN" dirty="0"/>
                    </a:p>
                  </a:txBody>
                  <a:tcPr/>
                </a:tc>
                <a:tc>
                  <a:txBody>
                    <a:bodyPr/>
                    <a:lstStyle/>
                    <a:p>
                      <a:r>
                        <a:rPr lang="en-US" dirty="0"/>
                        <a:t>114.71</a:t>
                      </a:r>
                      <a:endParaRPr lang="en-IN" dirty="0"/>
                    </a:p>
                  </a:txBody>
                  <a:tcPr/>
                </a:tc>
                <a:tc>
                  <a:txBody>
                    <a:bodyPr/>
                    <a:lstStyle/>
                    <a:p>
                      <a:r>
                        <a:rPr lang="en-US" dirty="0"/>
                        <a:t>570.87</a:t>
                      </a:r>
                      <a:endParaRPr lang="en-IN" dirty="0"/>
                    </a:p>
                  </a:txBody>
                  <a:tcPr/>
                </a:tc>
                <a:tc>
                  <a:txBody>
                    <a:bodyPr/>
                    <a:lstStyle/>
                    <a:p>
                      <a:r>
                        <a:rPr lang="en-US" dirty="0"/>
                        <a:t>9.18</a:t>
                      </a:r>
                      <a:endParaRPr lang="en-IN" dirty="0"/>
                    </a:p>
                  </a:txBody>
                  <a:tcPr/>
                </a:tc>
                <a:extLst>
                  <a:ext uri="{0D108BD9-81ED-4DB2-BD59-A6C34878D82A}">
                    <a16:rowId xmlns:a16="http://schemas.microsoft.com/office/drawing/2014/main" val="3521194822"/>
                  </a:ext>
                </a:extLst>
              </a:tr>
            </a:tbl>
          </a:graphicData>
        </a:graphic>
      </p:graphicFrame>
    </p:spTree>
    <p:extLst>
      <p:ext uri="{BB962C8B-B14F-4D97-AF65-F5344CB8AC3E}">
        <p14:creationId xmlns:p14="http://schemas.microsoft.com/office/powerpoint/2010/main" val="19615203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002E42-D4B6-463D-AACA-4B40C2182220}"/>
              </a:ext>
            </a:extLst>
          </p:cNvPr>
          <p:cNvSpPr>
            <a:spLocks noGrp="1"/>
          </p:cNvSpPr>
          <p:nvPr>
            <p:ph type="sldNum" sz="quarter" idx="10"/>
          </p:nvPr>
        </p:nvSpPr>
        <p:spPr/>
        <p:txBody>
          <a:bodyPr/>
          <a:lstStyle/>
          <a:p>
            <a:fld id="{D495E168-DA5E-4888-8D8A-92B118324C14}" type="slidenum">
              <a:rPr lang="en-US" noProof="0" smtClean="0"/>
              <a:pPr/>
              <a:t>20</a:t>
            </a:fld>
            <a:endParaRPr lang="en-US" noProof="0" dirty="0"/>
          </a:p>
        </p:txBody>
      </p:sp>
      <p:sp>
        <p:nvSpPr>
          <p:cNvPr id="3" name="Footer Placeholder 2">
            <a:extLst>
              <a:ext uri="{FF2B5EF4-FFF2-40B4-BE49-F238E27FC236}">
                <a16:creationId xmlns:a16="http://schemas.microsoft.com/office/drawing/2014/main" id="{A0954C42-B85E-4E7B-A30B-5DF3D1C064BA}"/>
              </a:ext>
            </a:extLst>
          </p:cNvPr>
          <p:cNvSpPr>
            <a:spLocks noGrp="1"/>
          </p:cNvSpPr>
          <p:nvPr>
            <p:ph type="ftr" sz="quarter" idx="12"/>
          </p:nvPr>
        </p:nvSpPr>
        <p:spPr/>
        <p:txBody>
          <a:bodyPr/>
          <a:lstStyle/>
          <a:p>
            <a:r>
              <a:rPr lang="en-US" noProof="0"/>
              <a:t>ADD A FOOTER</a:t>
            </a:r>
            <a:endParaRPr lang="en-US" noProof="0" dirty="0"/>
          </a:p>
        </p:txBody>
      </p:sp>
      <p:sp>
        <p:nvSpPr>
          <p:cNvPr id="4" name="Title 3">
            <a:extLst>
              <a:ext uri="{FF2B5EF4-FFF2-40B4-BE49-F238E27FC236}">
                <a16:creationId xmlns:a16="http://schemas.microsoft.com/office/drawing/2014/main" id="{07E11A97-ABE9-4E03-B858-C023EB7DA69D}"/>
              </a:ext>
            </a:extLst>
          </p:cNvPr>
          <p:cNvSpPr>
            <a:spLocks noGrp="1"/>
          </p:cNvSpPr>
          <p:nvPr>
            <p:ph type="title"/>
          </p:nvPr>
        </p:nvSpPr>
        <p:spPr/>
        <p:txBody>
          <a:bodyPr/>
          <a:lstStyle/>
          <a:p>
            <a:r>
              <a:rPr lang="en-IN" dirty="0"/>
              <a:t>8.5 By temperature band</a:t>
            </a:r>
          </a:p>
        </p:txBody>
      </p:sp>
      <p:sp>
        <p:nvSpPr>
          <p:cNvPr id="5" name="Media Placeholder 4">
            <a:extLst>
              <a:ext uri="{FF2B5EF4-FFF2-40B4-BE49-F238E27FC236}">
                <a16:creationId xmlns:a16="http://schemas.microsoft.com/office/drawing/2014/main" id="{E94E5472-3DDC-4194-A8B9-6B630899DCF7}"/>
              </a:ext>
            </a:extLst>
          </p:cNvPr>
          <p:cNvSpPr>
            <a:spLocks noGrp="1"/>
          </p:cNvSpPr>
          <p:nvPr>
            <p:ph type="media" sz="quarter" idx="17"/>
          </p:nvPr>
        </p:nvSpPr>
        <p:spPr/>
      </p:sp>
      <p:graphicFrame>
        <p:nvGraphicFramePr>
          <p:cNvPr id="6" name="Table 5">
            <a:extLst>
              <a:ext uri="{FF2B5EF4-FFF2-40B4-BE49-F238E27FC236}">
                <a16:creationId xmlns:a16="http://schemas.microsoft.com/office/drawing/2014/main" id="{4976C9E4-903D-4160-86B1-F47A529986AF}"/>
              </a:ext>
            </a:extLst>
          </p:cNvPr>
          <p:cNvGraphicFramePr>
            <a:graphicFrameLocks noGrp="1"/>
          </p:cNvGraphicFramePr>
          <p:nvPr>
            <p:extLst>
              <p:ext uri="{D42A27DB-BD31-4B8C-83A1-F6EECF244321}">
                <p14:modId xmlns:p14="http://schemas.microsoft.com/office/powerpoint/2010/main" val="3153049058"/>
              </p:ext>
            </p:extLst>
          </p:nvPr>
        </p:nvGraphicFramePr>
        <p:xfrm>
          <a:off x="1395984" y="1497770"/>
          <a:ext cx="9400032" cy="4215388"/>
        </p:xfrm>
        <a:graphic>
          <a:graphicData uri="http://schemas.openxmlformats.org/drawingml/2006/table">
            <a:tbl>
              <a:tblPr firstRow="1" bandRow="1">
                <a:tableStyleId>{B301B821-A1FF-4177-AEE7-76D212191A09}</a:tableStyleId>
              </a:tblPr>
              <a:tblGrid>
                <a:gridCol w="2350008">
                  <a:extLst>
                    <a:ext uri="{9D8B030D-6E8A-4147-A177-3AD203B41FA5}">
                      <a16:colId xmlns:a16="http://schemas.microsoft.com/office/drawing/2014/main" val="3810504060"/>
                    </a:ext>
                  </a:extLst>
                </a:gridCol>
                <a:gridCol w="2350008">
                  <a:extLst>
                    <a:ext uri="{9D8B030D-6E8A-4147-A177-3AD203B41FA5}">
                      <a16:colId xmlns:a16="http://schemas.microsoft.com/office/drawing/2014/main" val="2224339849"/>
                    </a:ext>
                  </a:extLst>
                </a:gridCol>
                <a:gridCol w="2350008">
                  <a:extLst>
                    <a:ext uri="{9D8B030D-6E8A-4147-A177-3AD203B41FA5}">
                      <a16:colId xmlns:a16="http://schemas.microsoft.com/office/drawing/2014/main" val="3141315746"/>
                    </a:ext>
                  </a:extLst>
                </a:gridCol>
                <a:gridCol w="2350008">
                  <a:extLst>
                    <a:ext uri="{9D8B030D-6E8A-4147-A177-3AD203B41FA5}">
                      <a16:colId xmlns:a16="http://schemas.microsoft.com/office/drawing/2014/main" val="3772344806"/>
                    </a:ext>
                  </a:extLst>
                </a:gridCol>
              </a:tblGrid>
              <a:tr h="1053847">
                <a:tc>
                  <a:txBody>
                    <a:bodyPr/>
                    <a:lstStyle/>
                    <a:p>
                      <a:r>
                        <a:rPr lang="en-US" dirty="0" err="1"/>
                        <a:t>tband</a:t>
                      </a:r>
                      <a:endParaRPr lang="en-IN" dirty="0"/>
                    </a:p>
                  </a:txBody>
                  <a:tcPr/>
                </a:tc>
                <a:tc>
                  <a:txBody>
                    <a:bodyPr/>
                    <a:lstStyle/>
                    <a:p>
                      <a:r>
                        <a:rPr lang="en-US" dirty="0"/>
                        <a:t>fire</a:t>
                      </a:r>
                      <a:endParaRPr lang="en-IN" dirty="0"/>
                    </a:p>
                  </a:txBody>
                  <a:tcPr/>
                </a:tc>
                <a:tc>
                  <a:txBody>
                    <a:bodyPr/>
                    <a:lstStyle/>
                    <a:p>
                      <a:r>
                        <a:rPr lang="en-US" dirty="0" err="1"/>
                        <a:t>Mean_area</a:t>
                      </a:r>
                      <a:endParaRPr lang="en-IN" dirty="0"/>
                    </a:p>
                  </a:txBody>
                  <a:tcPr/>
                </a:tc>
                <a:tc>
                  <a:txBody>
                    <a:bodyPr/>
                    <a:lstStyle/>
                    <a:p>
                      <a:r>
                        <a:rPr lang="en-US" dirty="0" err="1"/>
                        <a:t>Pct_burnd</a:t>
                      </a:r>
                      <a:endParaRPr lang="en-IN" dirty="0"/>
                    </a:p>
                  </a:txBody>
                  <a:tcPr/>
                </a:tc>
                <a:extLst>
                  <a:ext uri="{0D108BD9-81ED-4DB2-BD59-A6C34878D82A}">
                    <a16:rowId xmlns:a16="http://schemas.microsoft.com/office/drawing/2014/main" val="453455277"/>
                  </a:ext>
                </a:extLst>
              </a:tr>
              <a:tr h="1053847">
                <a:tc>
                  <a:txBody>
                    <a:bodyPr/>
                    <a:lstStyle/>
                    <a:p>
                      <a:r>
                        <a:rPr lang="en-US" dirty="0"/>
                        <a:t>Low(&lt;15C)</a:t>
                      </a:r>
                      <a:endParaRPr lang="en-IN" dirty="0"/>
                    </a:p>
                  </a:txBody>
                  <a:tcPr/>
                </a:tc>
                <a:tc>
                  <a:txBody>
                    <a:bodyPr/>
                    <a:lstStyle/>
                    <a:p>
                      <a:r>
                        <a:rPr lang="en-US" dirty="0"/>
                        <a:t>113</a:t>
                      </a:r>
                      <a:endParaRPr lang="en-IN" dirty="0"/>
                    </a:p>
                  </a:txBody>
                  <a:tcPr/>
                </a:tc>
                <a:tc>
                  <a:txBody>
                    <a:bodyPr/>
                    <a:lstStyle/>
                    <a:p>
                      <a:r>
                        <a:rPr lang="en-US" dirty="0"/>
                        <a:t>5.61</a:t>
                      </a:r>
                      <a:endParaRPr lang="en-IN" dirty="0"/>
                    </a:p>
                  </a:txBody>
                  <a:tcPr/>
                </a:tc>
                <a:tc>
                  <a:txBody>
                    <a:bodyPr/>
                    <a:lstStyle/>
                    <a:p>
                      <a:r>
                        <a:rPr lang="en-US" dirty="0"/>
                        <a:t>0.48</a:t>
                      </a:r>
                      <a:endParaRPr lang="en-IN" dirty="0"/>
                    </a:p>
                  </a:txBody>
                  <a:tcPr/>
                </a:tc>
                <a:extLst>
                  <a:ext uri="{0D108BD9-81ED-4DB2-BD59-A6C34878D82A}">
                    <a16:rowId xmlns:a16="http://schemas.microsoft.com/office/drawing/2014/main" val="3791519281"/>
                  </a:ext>
                </a:extLst>
              </a:tr>
              <a:tr h="1053847">
                <a:tc>
                  <a:txBody>
                    <a:bodyPr/>
                    <a:lstStyle/>
                    <a:p>
                      <a:r>
                        <a:rPr lang="en-US" dirty="0" err="1"/>
                        <a:t>Mediium</a:t>
                      </a:r>
                      <a:r>
                        <a:rPr lang="en-US" dirty="0"/>
                        <a:t>(15-25C)</a:t>
                      </a:r>
                      <a:endParaRPr lang="en-IN" dirty="0"/>
                    </a:p>
                  </a:txBody>
                  <a:tcPr/>
                </a:tc>
                <a:tc>
                  <a:txBody>
                    <a:bodyPr/>
                    <a:lstStyle/>
                    <a:p>
                      <a:r>
                        <a:rPr lang="en-US" dirty="0"/>
                        <a:t>339</a:t>
                      </a:r>
                      <a:endParaRPr lang="en-IN" dirty="0"/>
                    </a:p>
                  </a:txBody>
                  <a:tcPr/>
                </a:tc>
                <a:tc>
                  <a:txBody>
                    <a:bodyPr/>
                    <a:lstStyle/>
                    <a:p>
                      <a:r>
                        <a:rPr lang="en-US" dirty="0"/>
                        <a:t>9.85</a:t>
                      </a:r>
                      <a:endParaRPr lang="en-IN" dirty="0"/>
                    </a:p>
                  </a:txBody>
                  <a:tcPr/>
                </a:tc>
                <a:tc>
                  <a:txBody>
                    <a:bodyPr/>
                    <a:lstStyle/>
                    <a:p>
                      <a:r>
                        <a:rPr lang="en-US" dirty="0"/>
                        <a:t>.52</a:t>
                      </a:r>
                      <a:endParaRPr lang="en-IN" dirty="0"/>
                    </a:p>
                  </a:txBody>
                  <a:tcPr/>
                </a:tc>
                <a:extLst>
                  <a:ext uri="{0D108BD9-81ED-4DB2-BD59-A6C34878D82A}">
                    <a16:rowId xmlns:a16="http://schemas.microsoft.com/office/drawing/2014/main" val="227171499"/>
                  </a:ext>
                </a:extLst>
              </a:tr>
              <a:tr h="1053847">
                <a:tc>
                  <a:txBody>
                    <a:bodyPr/>
                    <a:lstStyle/>
                    <a:p>
                      <a:r>
                        <a:rPr lang="en-US" dirty="0"/>
                        <a:t>High(&gt;25C)</a:t>
                      </a:r>
                      <a:endParaRPr lang="en-IN" dirty="0"/>
                    </a:p>
                  </a:txBody>
                  <a:tcPr/>
                </a:tc>
                <a:tc>
                  <a:txBody>
                    <a:bodyPr/>
                    <a:lstStyle/>
                    <a:p>
                      <a:r>
                        <a:rPr lang="en-US" dirty="0"/>
                        <a:t>65</a:t>
                      </a:r>
                      <a:endParaRPr lang="en-IN" dirty="0"/>
                    </a:p>
                  </a:txBody>
                  <a:tcPr/>
                </a:tc>
                <a:tc>
                  <a:txBody>
                    <a:bodyPr/>
                    <a:lstStyle/>
                    <a:p>
                      <a:r>
                        <a:rPr lang="en-US" dirty="0"/>
                        <a:t>41.03</a:t>
                      </a:r>
                      <a:endParaRPr lang="en-IN" dirty="0"/>
                    </a:p>
                  </a:txBody>
                  <a:tcPr/>
                </a:tc>
                <a:tc>
                  <a:txBody>
                    <a:bodyPr/>
                    <a:lstStyle/>
                    <a:p>
                      <a:r>
                        <a:rPr lang="en-US" dirty="0"/>
                        <a:t>0.62</a:t>
                      </a:r>
                      <a:endParaRPr lang="en-IN" dirty="0"/>
                    </a:p>
                  </a:txBody>
                  <a:tcPr/>
                </a:tc>
                <a:extLst>
                  <a:ext uri="{0D108BD9-81ED-4DB2-BD59-A6C34878D82A}">
                    <a16:rowId xmlns:a16="http://schemas.microsoft.com/office/drawing/2014/main" val="1498493547"/>
                  </a:ext>
                </a:extLst>
              </a:tr>
            </a:tbl>
          </a:graphicData>
        </a:graphic>
      </p:graphicFrame>
    </p:spTree>
    <p:extLst>
      <p:ext uri="{BB962C8B-B14F-4D97-AF65-F5344CB8AC3E}">
        <p14:creationId xmlns:p14="http://schemas.microsoft.com/office/powerpoint/2010/main" val="3119651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DF9C33A-D24E-4DC2-8C77-CA0A385235A3}"/>
              </a:ext>
            </a:extLst>
          </p:cNvPr>
          <p:cNvSpPr>
            <a:spLocks noGrp="1"/>
          </p:cNvSpPr>
          <p:nvPr>
            <p:ph type="sldNum" sz="quarter" idx="10"/>
          </p:nvPr>
        </p:nvSpPr>
        <p:spPr/>
        <p:txBody>
          <a:bodyPr/>
          <a:lstStyle/>
          <a:p>
            <a:fld id="{D495E168-DA5E-4888-8D8A-92B118324C14}" type="slidenum">
              <a:rPr lang="en-US" noProof="0" smtClean="0"/>
              <a:pPr/>
              <a:t>21</a:t>
            </a:fld>
            <a:endParaRPr lang="en-US" noProof="0" dirty="0"/>
          </a:p>
        </p:txBody>
      </p:sp>
      <p:sp>
        <p:nvSpPr>
          <p:cNvPr id="3" name="Footer Placeholder 2">
            <a:extLst>
              <a:ext uri="{FF2B5EF4-FFF2-40B4-BE49-F238E27FC236}">
                <a16:creationId xmlns:a16="http://schemas.microsoft.com/office/drawing/2014/main" id="{0417BD68-8D8B-4850-A87C-9536ED1B5C25}"/>
              </a:ext>
            </a:extLst>
          </p:cNvPr>
          <p:cNvSpPr>
            <a:spLocks noGrp="1"/>
          </p:cNvSpPr>
          <p:nvPr>
            <p:ph type="ftr" sz="quarter" idx="12"/>
          </p:nvPr>
        </p:nvSpPr>
        <p:spPr/>
        <p:txBody>
          <a:bodyPr/>
          <a:lstStyle/>
          <a:p>
            <a:r>
              <a:rPr lang="en-US" noProof="0"/>
              <a:t>ADD A FOOTER</a:t>
            </a:r>
            <a:endParaRPr lang="en-US" noProof="0" dirty="0"/>
          </a:p>
        </p:txBody>
      </p:sp>
      <p:sp>
        <p:nvSpPr>
          <p:cNvPr id="4" name="Title 3">
            <a:extLst>
              <a:ext uri="{FF2B5EF4-FFF2-40B4-BE49-F238E27FC236}">
                <a16:creationId xmlns:a16="http://schemas.microsoft.com/office/drawing/2014/main" id="{BCC5DDF8-2286-4C3B-97E1-9C2B5821EC67}"/>
              </a:ext>
            </a:extLst>
          </p:cNvPr>
          <p:cNvSpPr>
            <a:spLocks noGrp="1"/>
          </p:cNvSpPr>
          <p:nvPr>
            <p:ph type="title"/>
          </p:nvPr>
        </p:nvSpPr>
        <p:spPr/>
        <p:txBody>
          <a:bodyPr/>
          <a:lstStyle/>
          <a:p>
            <a:r>
              <a:rPr lang="en-US" dirty="0"/>
              <a:t>8.6 Five largest fires in</a:t>
            </a:r>
            <a:endParaRPr lang="en-IN" dirty="0"/>
          </a:p>
        </p:txBody>
      </p:sp>
      <p:sp>
        <p:nvSpPr>
          <p:cNvPr id="5" name="Media Placeholder 4">
            <a:extLst>
              <a:ext uri="{FF2B5EF4-FFF2-40B4-BE49-F238E27FC236}">
                <a16:creationId xmlns:a16="http://schemas.microsoft.com/office/drawing/2014/main" id="{F3B8CFB8-6773-4556-8F09-7397B95B73F0}"/>
              </a:ext>
            </a:extLst>
          </p:cNvPr>
          <p:cNvSpPr>
            <a:spLocks noGrp="1"/>
          </p:cNvSpPr>
          <p:nvPr>
            <p:ph type="media" sz="quarter" idx="17"/>
          </p:nvPr>
        </p:nvSpPr>
        <p:spPr/>
      </p:sp>
      <p:graphicFrame>
        <p:nvGraphicFramePr>
          <p:cNvPr id="6" name="Table 5">
            <a:extLst>
              <a:ext uri="{FF2B5EF4-FFF2-40B4-BE49-F238E27FC236}">
                <a16:creationId xmlns:a16="http://schemas.microsoft.com/office/drawing/2014/main" id="{3C7C9D83-0087-4BE4-B6C4-B1B875B1D03D}"/>
              </a:ext>
            </a:extLst>
          </p:cNvPr>
          <p:cNvGraphicFramePr>
            <a:graphicFrameLocks noGrp="1"/>
          </p:cNvGraphicFramePr>
          <p:nvPr>
            <p:extLst>
              <p:ext uri="{D42A27DB-BD31-4B8C-83A1-F6EECF244321}">
                <p14:modId xmlns:p14="http://schemas.microsoft.com/office/powerpoint/2010/main" val="4085794864"/>
              </p:ext>
            </p:extLst>
          </p:nvPr>
        </p:nvGraphicFramePr>
        <p:xfrm>
          <a:off x="1395984" y="1497770"/>
          <a:ext cx="9400034" cy="4215384"/>
        </p:xfrm>
        <a:graphic>
          <a:graphicData uri="http://schemas.openxmlformats.org/drawingml/2006/table">
            <a:tbl>
              <a:tblPr firstRow="1" bandRow="1">
                <a:tableStyleId>{B301B821-A1FF-4177-AEE7-76D212191A09}</a:tableStyleId>
              </a:tblPr>
              <a:tblGrid>
                <a:gridCol w="1342862">
                  <a:extLst>
                    <a:ext uri="{9D8B030D-6E8A-4147-A177-3AD203B41FA5}">
                      <a16:colId xmlns:a16="http://schemas.microsoft.com/office/drawing/2014/main" val="684693892"/>
                    </a:ext>
                  </a:extLst>
                </a:gridCol>
                <a:gridCol w="1342862">
                  <a:extLst>
                    <a:ext uri="{9D8B030D-6E8A-4147-A177-3AD203B41FA5}">
                      <a16:colId xmlns:a16="http://schemas.microsoft.com/office/drawing/2014/main" val="4281838902"/>
                    </a:ext>
                  </a:extLst>
                </a:gridCol>
                <a:gridCol w="1342862">
                  <a:extLst>
                    <a:ext uri="{9D8B030D-6E8A-4147-A177-3AD203B41FA5}">
                      <a16:colId xmlns:a16="http://schemas.microsoft.com/office/drawing/2014/main" val="4252943741"/>
                    </a:ext>
                  </a:extLst>
                </a:gridCol>
                <a:gridCol w="1342862">
                  <a:extLst>
                    <a:ext uri="{9D8B030D-6E8A-4147-A177-3AD203B41FA5}">
                      <a16:colId xmlns:a16="http://schemas.microsoft.com/office/drawing/2014/main" val="234944497"/>
                    </a:ext>
                  </a:extLst>
                </a:gridCol>
                <a:gridCol w="1342862">
                  <a:extLst>
                    <a:ext uri="{9D8B030D-6E8A-4147-A177-3AD203B41FA5}">
                      <a16:colId xmlns:a16="http://schemas.microsoft.com/office/drawing/2014/main" val="1308468198"/>
                    </a:ext>
                  </a:extLst>
                </a:gridCol>
                <a:gridCol w="1342862">
                  <a:extLst>
                    <a:ext uri="{9D8B030D-6E8A-4147-A177-3AD203B41FA5}">
                      <a16:colId xmlns:a16="http://schemas.microsoft.com/office/drawing/2014/main" val="3496534419"/>
                    </a:ext>
                  </a:extLst>
                </a:gridCol>
                <a:gridCol w="1342862">
                  <a:extLst>
                    <a:ext uri="{9D8B030D-6E8A-4147-A177-3AD203B41FA5}">
                      <a16:colId xmlns:a16="http://schemas.microsoft.com/office/drawing/2014/main" val="495208565"/>
                    </a:ext>
                  </a:extLst>
                </a:gridCol>
              </a:tblGrid>
              <a:tr h="702564">
                <a:tc>
                  <a:txBody>
                    <a:bodyPr/>
                    <a:lstStyle/>
                    <a:p>
                      <a:r>
                        <a:rPr lang="en-US" dirty="0"/>
                        <a:t>INDEX</a:t>
                      </a:r>
                      <a:endParaRPr lang="en-IN" dirty="0"/>
                    </a:p>
                  </a:txBody>
                  <a:tcPr/>
                </a:tc>
                <a:tc>
                  <a:txBody>
                    <a:bodyPr/>
                    <a:lstStyle/>
                    <a:p>
                      <a:r>
                        <a:rPr lang="en-US" dirty="0"/>
                        <a:t>MONTH</a:t>
                      </a:r>
                      <a:endParaRPr lang="en-IN" dirty="0"/>
                    </a:p>
                  </a:txBody>
                  <a:tcPr/>
                </a:tc>
                <a:tc>
                  <a:txBody>
                    <a:bodyPr/>
                    <a:lstStyle/>
                    <a:p>
                      <a:r>
                        <a:rPr lang="en-US" dirty="0"/>
                        <a:t>DAY</a:t>
                      </a:r>
                      <a:endParaRPr lang="en-IN" dirty="0"/>
                    </a:p>
                  </a:txBody>
                  <a:tcPr/>
                </a:tc>
                <a:tc>
                  <a:txBody>
                    <a:bodyPr/>
                    <a:lstStyle/>
                    <a:p>
                      <a:r>
                        <a:rPr lang="en-US" dirty="0"/>
                        <a:t>TEPM</a:t>
                      </a:r>
                      <a:endParaRPr lang="en-IN" dirty="0"/>
                    </a:p>
                  </a:txBody>
                  <a:tcPr/>
                </a:tc>
                <a:tc>
                  <a:txBody>
                    <a:bodyPr/>
                    <a:lstStyle/>
                    <a:p>
                      <a:r>
                        <a:rPr lang="en-US" dirty="0"/>
                        <a:t>RH</a:t>
                      </a:r>
                      <a:endParaRPr lang="en-IN" dirty="0"/>
                    </a:p>
                  </a:txBody>
                  <a:tcPr/>
                </a:tc>
                <a:tc>
                  <a:txBody>
                    <a:bodyPr/>
                    <a:lstStyle/>
                    <a:p>
                      <a:r>
                        <a:rPr lang="en-US" dirty="0" err="1"/>
                        <a:t>wiIND</a:t>
                      </a:r>
                      <a:endParaRPr lang="en-IN" dirty="0"/>
                    </a:p>
                  </a:txBody>
                  <a:tcPr/>
                </a:tc>
                <a:tc>
                  <a:txBody>
                    <a:bodyPr/>
                    <a:lstStyle/>
                    <a:p>
                      <a:r>
                        <a:rPr lang="en-US" dirty="0"/>
                        <a:t>AREA</a:t>
                      </a:r>
                      <a:endParaRPr lang="en-IN" dirty="0"/>
                    </a:p>
                  </a:txBody>
                  <a:tcPr/>
                </a:tc>
                <a:extLst>
                  <a:ext uri="{0D108BD9-81ED-4DB2-BD59-A6C34878D82A}">
                    <a16:rowId xmlns:a16="http://schemas.microsoft.com/office/drawing/2014/main" val="2886056196"/>
                  </a:ext>
                </a:extLst>
              </a:tr>
              <a:tr h="702564">
                <a:tc>
                  <a:txBody>
                    <a:bodyPr/>
                    <a:lstStyle/>
                    <a:p>
                      <a:r>
                        <a:rPr lang="en-US" dirty="0"/>
                        <a:t>238</a:t>
                      </a:r>
                      <a:endParaRPr lang="en-IN" dirty="0"/>
                    </a:p>
                  </a:txBody>
                  <a:tcPr/>
                </a:tc>
                <a:tc>
                  <a:txBody>
                    <a:bodyPr/>
                    <a:lstStyle/>
                    <a:p>
                      <a:r>
                        <a:rPr lang="en-US" dirty="0"/>
                        <a:t>SEP</a:t>
                      </a:r>
                      <a:endParaRPr lang="en-IN" dirty="0"/>
                    </a:p>
                  </a:txBody>
                  <a:tcPr/>
                </a:tc>
                <a:tc>
                  <a:txBody>
                    <a:bodyPr/>
                    <a:lstStyle/>
                    <a:p>
                      <a:r>
                        <a:rPr lang="en-US" dirty="0"/>
                        <a:t>SAT</a:t>
                      </a:r>
                      <a:endParaRPr lang="en-IN" dirty="0"/>
                    </a:p>
                  </a:txBody>
                  <a:tcPr/>
                </a:tc>
                <a:tc>
                  <a:txBody>
                    <a:bodyPr/>
                    <a:lstStyle/>
                    <a:p>
                      <a:r>
                        <a:rPr lang="en-US" dirty="0"/>
                        <a:t>25.1</a:t>
                      </a:r>
                      <a:endParaRPr lang="en-IN" dirty="0"/>
                    </a:p>
                  </a:txBody>
                  <a:tcPr/>
                </a:tc>
                <a:tc>
                  <a:txBody>
                    <a:bodyPr/>
                    <a:lstStyle/>
                    <a:p>
                      <a:r>
                        <a:rPr lang="en-US" dirty="0"/>
                        <a:t>27</a:t>
                      </a:r>
                      <a:endParaRPr lang="en-IN" dirty="0"/>
                    </a:p>
                  </a:txBody>
                  <a:tcPr/>
                </a:tc>
                <a:tc>
                  <a:txBody>
                    <a:bodyPr/>
                    <a:lstStyle/>
                    <a:p>
                      <a:r>
                        <a:rPr lang="en-US" dirty="0"/>
                        <a:t>4.0</a:t>
                      </a:r>
                      <a:endParaRPr lang="en-IN" dirty="0"/>
                    </a:p>
                  </a:txBody>
                  <a:tcPr/>
                </a:tc>
                <a:tc>
                  <a:txBody>
                    <a:bodyPr/>
                    <a:lstStyle/>
                    <a:p>
                      <a:r>
                        <a:rPr lang="en-US" dirty="0"/>
                        <a:t>1090.84</a:t>
                      </a:r>
                      <a:endParaRPr lang="en-IN" dirty="0"/>
                    </a:p>
                  </a:txBody>
                  <a:tcPr/>
                </a:tc>
                <a:extLst>
                  <a:ext uri="{0D108BD9-81ED-4DB2-BD59-A6C34878D82A}">
                    <a16:rowId xmlns:a16="http://schemas.microsoft.com/office/drawing/2014/main" val="3281639692"/>
                  </a:ext>
                </a:extLst>
              </a:tr>
              <a:tr h="702564">
                <a:tc>
                  <a:txBody>
                    <a:bodyPr/>
                    <a:lstStyle/>
                    <a:p>
                      <a:r>
                        <a:rPr lang="en-US" dirty="0"/>
                        <a:t>415</a:t>
                      </a:r>
                      <a:endParaRPr lang="en-IN" dirty="0"/>
                    </a:p>
                  </a:txBody>
                  <a:tcPr/>
                </a:tc>
                <a:tc>
                  <a:txBody>
                    <a:bodyPr/>
                    <a:lstStyle/>
                    <a:p>
                      <a:r>
                        <a:rPr lang="en-US" dirty="0"/>
                        <a:t>AUG</a:t>
                      </a:r>
                      <a:endParaRPr lang="en-IN" dirty="0"/>
                    </a:p>
                  </a:txBody>
                  <a:tcPr/>
                </a:tc>
                <a:tc>
                  <a:txBody>
                    <a:bodyPr/>
                    <a:lstStyle/>
                    <a:p>
                      <a:r>
                        <a:rPr lang="en-US" dirty="0"/>
                        <a:t>THU</a:t>
                      </a:r>
                      <a:endParaRPr lang="en-IN" dirty="0"/>
                    </a:p>
                  </a:txBody>
                  <a:tcPr/>
                </a:tc>
                <a:tc>
                  <a:txBody>
                    <a:bodyPr/>
                    <a:lstStyle/>
                    <a:p>
                      <a:r>
                        <a:rPr lang="en-US" dirty="0"/>
                        <a:t>27.5</a:t>
                      </a:r>
                      <a:endParaRPr lang="en-IN" dirty="0"/>
                    </a:p>
                  </a:txBody>
                  <a:tcPr/>
                </a:tc>
                <a:tc>
                  <a:txBody>
                    <a:bodyPr/>
                    <a:lstStyle/>
                    <a:p>
                      <a:r>
                        <a:rPr lang="en-US" dirty="0"/>
                        <a:t>27</a:t>
                      </a:r>
                      <a:endParaRPr lang="en-IN" dirty="0"/>
                    </a:p>
                  </a:txBody>
                  <a:tcPr/>
                </a:tc>
                <a:tc>
                  <a:txBody>
                    <a:bodyPr/>
                    <a:lstStyle/>
                    <a:p>
                      <a:r>
                        <a:rPr lang="en-US" dirty="0"/>
                        <a:t>4.9</a:t>
                      </a:r>
                      <a:endParaRPr lang="en-IN" dirty="0"/>
                    </a:p>
                  </a:txBody>
                  <a:tcPr/>
                </a:tc>
                <a:tc>
                  <a:txBody>
                    <a:bodyPr/>
                    <a:lstStyle/>
                    <a:p>
                      <a:r>
                        <a:rPr lang="en-US" dirty="0"/>
                        <a:t>746.28</a:t>
                      </a:r>
                      <a:endParaRPr lang="en-IN" dirty="0"/>
                    </a:p>
                  </a:txBody>
                  <a:tcPr/>
                </a:tc>
                <a:extLst>
                  <a:ext uri="{0D108BD9-81ED-4DB2-BD59-A6C34878D82A}">
                    <a16:rowId xmlns:a16="http://schemas.microsoft.com/office/drawing/2014/main" val="3420066074"/>
                  </a:ext>
                </a:extLst>
              </a:tr>
              <a:tr h="702564">
                <a:tc>
                  <a:txBody>
                    <a:bodyPr/>
                    <a:lstStyle/>
                    <a:p>
                      <a:r>
                        <a:rPr lang="en-US" dirty="0"/>
                        <a:t>479</a:t>
                      </a:r>
                      <a:endParaRPr lang="en-IN" dirty="0"/>
                    </a:p>
                  </a:txBody>
                  <a:tcPr/>
                </a:tc>
                <a:tc>
                  <a:txBody>
                    <a:bodyPr/>
                    <a:lstStyle/>
                    <a:p>
                      <a:r>
                        <a:rPr lang="en-US" dirty="0"/>
                        <a:t>JUL</a:t>
                      </a:r>
                      <a:endParaRPr lang="en-IN" dirty="0"/>
                    </a:p>
                  </a:txBody>
                  <a:tcPr/>
                </a:tc>
                <a:tc>
                  <a:txBody>
                    <a:bodyPr/>
                    <a:lstStyle/>
                    <a:p>
                      <a:r>
                        <a:rPr lang="en-US" dirty="0"/>
                        <a:t>MON</a:t>
                      </a:r>
                      <a:endParaRPr lang="en-IN" dirty="0"/>
                    </a:p>
                  </a:txBody>
                  <a:tcPr/>
                </a:tc>
                <a:tc>
                  <a:txBody>
                    <a:bodyPr/>
                    <a:lstStyle/>
                    <a:p>
                      <a:r>
                        <a:rPr lang="en-US" dirty="0"/>
                        <a:t>22.6</a:t>
                      </a:r>
                      <a:endParaRPr lang="en-IN" dirty="0"/>
                    </a:p>
                  </a:txBody>
                  <a:tcPr/>
                </a:tc>
                <a:tc>
                  <a:txBody>
                    <a:bodyPr/>
                    <a:lstStyle/>
                    <a:p>
                      <a:r>
                        <a:rPr lang="en-US" dirty="0"/>
                        <a:t>57</a:t>
                      </a:r>
                      <a:endParaRPr lang="en-IN" dirty="0"/>
                    </a:p>
                  </a:txBody>
                  <a:tcPr/>
                </a:tc>
                <a:tc>
                  <a:txBody>
                    <a:bodyPr/>
                    <a:lstStyle/>
                    <a:p>
                      <a:r>
                        <a:rPr lang="en-US" dirty="0"/>
                        <a:t>4.9</a:t>
                      </a:r>
                      <a:endParaRPr lang="en-IN" dirty="0"/>
                    </a:p>
                  </a:txBody>
                  <a:tcPr/>
                </a:tc>
                <a:tc>
                  <a:txBody>
                    <a:bodyPr/>
                    <a:lstStyle/>
                    <a:p>
                      <a:r>
                        <a:rPr lang="en-US" dirty="0"/>
                        <a:t>278.53</a:t>
                      </a:r>
                      <a:endParaRPr lang="en-IN" dirty="0"/>
                    </a:p>
                  </a:txBody>
                  <a:tcPr/>
                </a:tc>
                <a:extLst>
                  <a:ext uri="{0D108BD9-81ED-4DB2-BD59-A6C34878D82A}">
                    <a16:rowId xmlns:a16="http://schemas.microsoft.com/office/drawing/2014/main" val="531842037"/>
                  </a:ext>
                </a:extLst>
              </a:tr>
              <a:tr h="702564">
                <a:tc>
                  <a:txBody>
                    <a:bodyPr/>
                    <a:lstStyle/>
                    <a:p>
                      <a:r>
                        <a:rPr lang="en-US" dirty="0"/>
                        <a:t>237</a:t>
                      </a:r>
                      <a:endParaRPr lang="en-IN" dirty="0"/>
                    </a:p>
                  </a:txBody>
                  <a:tcPr/>
                </a:tc>
                <a:tc>
                  <a:txBody>
                    <a:bodyPr/>
                    <a:lstStyle/>
                    <a:p>
                      <a:r>
                        <a:rPr lang="en-US" dirty="0"/>
                        <a:t>SEP</a:t>
                      </a:r>
                      <a:endParaRPr lang="en-IN" dirty="0"/>
                    </a:p>
                  </a:txBody>
                  <a:tcPr/>
                </a:tc>
                <a:tc>
                  <a:txBody>
                    <a:bodyPr/>
                    <a:lstStyle/>
                    <a:p>
                      <a:r>
                        <a:rPr lang="en-US" dirty="0"/>
                        <a:t>TUE</a:t>
                      </a:r>
                      <a:endParaRPr lang="en-IN" dirty="0"/>
                    </a:p>
                  </a:txBody>
                  <a:tcPr/>
                </a:tc>
                <a:tc>
                  <a:txBody>
                    <a:bodyPr/>
                    <a:lstStyle/>
                    <a:p>
                      <a:r>
                        <a:rPr lang="en-US" dirty="0"/>
                        <a:t>18.8</a:t>
                      </a:r>
                      <a:endParaRPr lang="en-IN" dirty="0"/>
                    </a:p>
                  </a:txBody>
                  <a:tcPr/>
                </a:tc>
                <a:tc>
                  <a:txBody>
                    <a:bodyPr/>
                    <a:lstStyle/>
                    <a:p>
                      <a:r>
                        <a:rPr lang="en-US" dirty="0"/>
                        <a:t>40</a:t>
                      </a:r>
                      <a:endParaRPr lang="en-IN" dirty="0"/>
                    </a:p>
                  </a:txBody>
                  <a:tcPr/>
                </a:tc>
                <a:tc>
                  <a:txBody>
                    <a:bodyPr/>
                    <a:lstStyle/>
                    <a:p>
                      <a:r>
                        <a:rPr lang="en-US" dirty="0"/>
                        <a:t>2.2</a:t>
                      </a:r>
                      <a:endParaRPr lang="en-IN" dirty="0"/>
                    </a:p>
                  </a:txBody>
                  <a:tcPr/>
                </a:tc>
                <a:tc>
                  <a:txBody>
                    <a:bodyPr/>
                    <a:lstStyle/>
                    <a:p>
                      <a:r>
                        <a:rPr lang="en-US" dirty="0"/>
                        <a:t>212.88</a:t>
                      </a:r>
                      <a:endParaRPr lang="en-IN" dirty="0"/>
                    </a:p>
                  </a:txBody>
                  <a:tcPr/>
                </a:tc>
                <a:extLst>
                  <a:ext uri="{0D108BD9-81ED-4DB2-BD59-A6C34878D82A}">
                    <a16:rowId xmlns:a16="http://schemas.microsoft.com/office/drawing/2014/main" val="1784809076"/>
                  </a:ext>
                </a:extLst>
              </a:tr>
              <a:tr h="702564">
                <a:tc>
                  <a:txBody>
                    <a:bodyPr/>
                    <a:lstStyle/>
                    <a:p>
                      <a:r>
                        <a:rPr lang="en-US" dirty="0"/>
                        <a:t>236</a:t>
                      </a:r>
                      <a:endParaRPr lang="en-IN" dirty="0"/>
                    </a:p>
                  </a:txBody>
                  <a:tcPr/>
                </a:tc>
                <a:tc>
                  <a:txBody>
                    <a:bodyPr/>
                    <a:lstStyle/>
                    <a:p>
                      <a:r>
                        <a:rPr lang="en-US" dirty="0"/>
                        <a:t>SEP</a:t>
                      </a:r>
                      <a:endParaRPr lang="en-IN" dirty="0"/>
                    </a:p>
                  </a:txBody>
                  <a:tcPr/>
                </a:tc>
                <a:tc>
                  <a:txBody>
                    <a:bodyPr/>
                    <a:lstStyle/>
                    <a:p>
                      <a:r>
                        <a:rPr lang="en-US" dirty="0"/>
                        <a:t>SAT</a:t>
                      </a:r>
                      <a:endParaRPr lang="en-IN" dirty="0"/>
                    </a:p>
                  </a:txBody>
                  <a:tcPr/>
                </a:tc>
                <a:tc>
                  <a:txBody>
                    <a:bodyPr/>
                    <a:lstStyle/>
                    <a:p>
                      <a:r>
                        <a:rPr lang="en-US" dirty="0"/>
                        <a:t>18.2</a:t>
                      </a:r>
                      <a:endParaRPr lang="en-IN" dirty="0"/>
                    </a:p>
                  </a:txBody>
                  <a:tcPr/>
                </a:tc>
                <a:tc>
                  <a:txBody>
                    <a:bodyPr/>
                    <a:lstStyle/>
                    <a:p>
                      <a:r>
                        <a:rPr lang="en-US" dirty="0"/>
                        <a:t>46</a:t>
                      </a:r>
                      <a:endParaRPr lang="en-IN" dirty="0"/>
                    </a:p>
                  </a:txBody>
                  <a:tcPr/>
                </a:tc>
                <a:tc>
                  <a:txBody>
                    <a:bodyPr/>
                    <a:lstStyle/>
                    <a:p>
                      <a:r>
                        <a:rPr lang="en-US" dirty="0"/>
                        <a:t>1.8</a:t>
                      </a:r>
                      <a:endParaRPr lang="en-IN" dirty="0"/>
                    </a:p>
                  </a:txBody>
                  <a:tcPr/>
                </a:tc>
                <a:tc>
                  <a:txBody>
                    <a:bodyPr/>
                    <a:lstStyle/>
                    <a:p>
                      <a:r>
                        <a:rPr lang="en-US" dirty="0"/>
                        <a:t>200.94</a:t>
                      </a:r>
                      <a:endParaRPr lang="en-IN" dirty="0"/>
                    </a:p>
                  </a:txBody>
                  <a:tcPr/>
                </a:tc>
                <a:extLst>
                  <a:ext uri="{0D108BD9-81ED-4DB2-BD59-A6C34878D82A}">
                    <a16:rowId xmlns:a16="http://schemas.microsoft.com/office/drawing/2014/main" val="3691787800"/>
                  </a:ext>
                </a:extLst>
              </a:tr>
            </a:tbl>
          </a:graphicData>
        </a:graphic>
      </p:graphicFrame>
    </p:spTree>
    <p:extLst>
      <p:ext uri="{BB962C8B-B14F-4D97-AF65-F5344CB8AC3E}">
        <p14:creationId xmlns:p14="http://schemas.microsoft.com/office/powerpoint/2010/main" val="1856657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15BC268-2C34-493B-A0CF-4B9AF71D431F}"/>
              </a:ext>
            </a:extLst>
          </p:cNvPr>
          <p:cNvSpPr>
            <a:spLocks noGrp="1"/>
          </p:cNvSpPr>
          <p:nvPr>
            <p:ph type="sldNum" sz="quarter" idx="10"/>
          </p:nvPr>
        </p:nvSpPr>
        <p:spPr/>
        <p:txBody>
          <a:bodyPr/>
          <a:lstStyle/>
          <a:p>
            <a:fld id="{D495E168-DA5E-4888-8D8A-92B118324C14}" type="slidenum">
              <a:rPr lang="en-US" noProof="0" smtClean="0"/>
              <a:pPr/>
              <a:t>22</a:t>
            </a:fld>
            <a:endParaRPr lang="en-US" noProof="0" dirty="0"/>
          </a:p>
        </p:txBody>
      </p:sp>
      <p:sp>
        <p:nvSpPr>
          <p:cNvPr id="4" name="Footer Placeholder 3">
            <a:extLst>
              <a:ext uri="{FF2B5EF4-FFF2-40B4-BE49-F238E27FC236}">
                <a16:creationId xmlns:a16="http://schemas.microsoft.com/office/drawing/2014/main" id="{3A3C429A-7F74-478D-B169-98BE6D7B33B3}"/>
              </a:ext>
            </a:extLst>
          </p:cNvPr>
          <p:cNvSpPr>
            <a:spLocks noGrp="1"/>
          </p:cNvSpPr>
          <p:nvPr>
            <p:ph type="ftr" sz="quarter" idx="12"/>
          </p:nvPr>
        </p:nvSpPr>
        <p:spPr/>
        <p:txBody>
          <a:bodyPr/>
          <a:lstStyle/>
          <a:p>
            <a:r>
              <a:rPr lang="en-US" noProof="0"/>
              <a:t>ADD A FOOTER</a:t>
            </a:r>
            <a:endParaRPr lang="en-US" noProof="0" dirty="0"/>
          </a:p>
        </p:txBody>
      </p:sp>
      <p:sp>
        <p:nvSpPr>
          <p:cNvPr id="15" name="Rectangle 1">
            <a:extLst>
              <a:ext uri="{FF2B5EF4-FFF2-40B4-BE49-F238E27FC236}">
                <a16:creationId xmlns:a16="http://schemas.microsoft.com/office/drawing/2014/main" id="{44FA90AF-E82A-458E-96FE-976FEFF0093A}"/>
              </a:ext>
            </a:extLst>
          </p:cNvPr>
          <p:cNvSpPr>
            <a:spLocks noGrp="1" noChangeArrowheads="1"/>
          </p:cNvSpPr>
          <p:nvPr>
            <p:ph idx="1"/>
          </p:nvPr>
        </p:nvSpPr>
        <p:spPr bwMode="auto">
          <a:xfrm>
            <a:off x="838200" y="3770461"/>
            <a:ext cx="105156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endParaRPr kumimoji="0" lang="en-US" altLang="en-US" sz="2400" b="0" i="0" u="none" strike="noStrike" cap="none" normalizeH="0" baseline="0" dirty="0">
              <a:ln>
                <a:noFill/>
              </a:ln>
              <a:solidFill>
                <a:schemeClr val="tx2">
                  <a:lumMod val="60000"/>
                  <a:lumOff val="40000"/>
                </a:schemeClr>
              </a:solidFill>
              <a:effectLst/>
              <a:latin typeface="Arial" panose="020B0604020202020204" pitchFamily="34" charset="0"/>
            </a:endParaRPr>
          </a:p>
        </p:txBody>
      </p:sp>
      <p:sp>
        <p:nvSpPr>
          <p:cNvPr id="12" name="Title 11">
            <a:extLst>
              <a:ext uri="{FF2B5EF4-FFF2-40B4-BE49-F238E27FC236}">
                <a16:creationId xmlns:a16="http://schemas.microsoft.com/office/drawing/2014/main" id="{8F196DA5-C800-4568-8982-8F55F1856094}"/>
              </a:ext>
            </a:extLst>
          </p:cNvPr>
          <p:cNvSpPr>
            <a:spLocks noGrp="1"/>
          </p:cNvSpPr>
          <p:nvPr>
            <p:ph type="title"/>
          </p:nvPr>
        </p:nvSpPr>
        <p:spPr/>
        <p:txBody>
          <a:bodyPr>
            <a:normAutofit fontScale="90000"/>
          </a:bodyPr>
          <a:lstStyle/>
          <a:p>
            <a:r>
              <a:rPr lang="en-US" dirty="0"/>
              <a:t>9. Bivariate Analysis</a:t>
            </a:r>
            <a:br>
              <a:rPr lang="en-US" dirty="0"/>
            </a:br>
            <a:r>
              <a:rPr lang="en-US" dirty="0"/>
              <a:t> </a:t>
            </a:r>
            <a:r>
              <a:rPr lang="en-US" sz="3100" dirty="0"/>
              <a:t>9.1 Weather vs burned area </a:t>
            </a:r>
            <a:endParaRPr lang="en-IN" sz="3100" dirty="0"/>
          </a:p>
        </p:txBody>
      </p:sp>
      <p:pic>
        <p:nvPicPr>
          <p:cNvPr id="26" name="Picture 25">
            <a:extLst>
              <a:ext uri="{FF2B5EF4-FFF2-40B4-BE49-F238E27FC236}">
                <a16:creationId xmlns:a16="http://schemas.microsoft.com/office/drawing/2014/main" id="{D0B23EB9-694E-482E-A823-AB6469660E71}"/>
              </a:ext>
            </a:extLst>
          </p:cNvPr>
          <p:cNvPicPr>
            <a:picLocks noChangeAspect="1"/>
          </p:cNvPicPr>
          <p:nvPr/>
        </p:nvPicPr>
        <p:blipFill>
          <a:blip r:embed="rId2"/>
          <a:stretch>
            <a:fillRect/>
          </a:stretch>
        </p:blipFill>
        <p:spPr>
          <a:xfrm>
            <a:off x="533400" y="1981200"/>
            <a:ext cx="10820400" cy="3352799"/>
          </a:xfrm>
          <a:prstGeom prst="rect">
            <a:avLst/>
          </a:prstGeom>
        </p:spPr>
      </p:pic>
    </p:spTree>
    <p:extLst>
      <p:ext uri="{BB962C8B-B14F-4D97-AF65-F5344CB8AC3E}">
        <p14:creationId xmlns:p14="http://schemas.microsoft.com/office/powerpoint/2010/main" val="33354936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D0635FF-AEDB-45C7-90C8-0B5CECE8558D}"/>
              </a:ext>
            </a:extLst>
          </p:cNvPr>
          <p:cNvSpPr>
            <a:spLocks noGrp="1"/>
          </p:cNvSpPr>
          <p:nvPr>
            <p:ph type="sldNum" sz="quarter" idx="10"/>
          </p:nvPr>
        </p:nvSpPr>
        <p:spPr/>
        <p:txBody>
          <a:bodyPr/>
          <a:lstStyle/>
          <a:p>
            <a:fld id="{D495E168-DA5E-4888-8D8A-92B118324C14}" type="slidenum">
              <a:rPr lang="en-US" noProof="0" smtClean="0"/>
              <a:pPr/>
              <a:t>23</a:t>
            </a:fld>
            <a:endParaRPr lang="en-US" noProof="0" dirty="0"/>
          </a:p>
        </p:txBody>
      </p:sp>
      <p:sp>
        <p:nvSpPr>
          <p:cNvPr id="4" name="Footer Placeholder 3">
            <a:extLst>
              <a:ext uri="{FF2B5EF4-FFF2-40B4-BE49-F238E27FC236}">
                <a16:creationId xmlns:a16="http://schemas.microsoft.com/office/drawing/2014/main" id="{EBF38E17-63AA-4893-A749-9ADAD2EAAD31}"/>
              </a:ext>
            </a:extLst>
          </p:cNvPr>
          <p:cNvSpPr>
            <a:spLocks noGrp="1"/>
          </p:cNvSpPr>
          <p:nvPr>
            <p:ph type="ftr" sz="quarter" idx="12"/>
          </p:nvPr>
        </p:nvSpPr>
        <p:spPr/>
        <p:txBody>
          <a:bodyPr/>
          <a:lstStyle/>
          <a:p>
            <a:r>
              <a:rPr lang="en-US" noProof="0" dirty="0"/>
              <a:t>ADD A FOOTER</a:t>
            </a:r>
          </a:p>
        </p:txBody>
      </p:sp>
      <p:pic>
        <p:nvPicPr>
          <p:cNvPr id="11" name="Content Placeholder 10">
            <a:extLst>
              <a:ext uri="{FF2B5EF4-FFF2-40B4-BE49-F238E27FC236}">
                <a16:creationId xmlns:a16="http://schemas.microsoft.com/office/drawing/2014/main" id="{88609C48-3B84-4B3A-A370-2CF4064FF9D0}"/>
              </a:ext>
            </a:extLst>
          </p:cNvPr>
          <p:cNvPicPr>
            <a:picLocks noGrp="1" noChangeAspect="1"/>
          </p:cNvPicPr>
          <p:nvPr>
            <p:ph idx="1"/>
          </p:nvPr>
        </p:nvPicPr>
        <p:blipFill>
          <a:blip r:embed="rId2"/>
          <a:stretch>
            <a:fillRect/>
          </a:stretch>
        </p:blipFill>
        <p:spPr>
          <a:xfrm>
            <a:off x="1085850" y="2190750"/>
            <a:ext cx="9563100" cy="3714750"/>
          </a:xfrm>
          <a:prstGeom prst="rect">
            <a:avLst/>
          </a:prstGeom>
        </p:spPr>
      </p:pic>
      <p:sp>
        <p:nvSpPr>
          <p:cNvPr id="7" name="Title 6">
            <a:extLst>
              <a:ext uri="{FF2B5EF4-FFF2-40B4-BE49-F238E27FC236}">
                <a16:creationId xmlns:a16="http://schemas.microsoft.com/office/drawing/2014/main" id="{360F07EE-CFCD-45B5-A59A-4FBC462CE1A3}"/>
              </a:ext>
            </a:extLst>
          </p:cNvPr>
          <p:cNvSpPr>
            <a:spLocks noGrp="1"/>
          </p:cNvSpPr>
          <p:nvPr>
            <p:ph type="title"/>
          </p:nvPr>
        </p:nvSpPr>
        <p:spPr/>
        <p:txBody>
          <a:bodyPr>
            <a:normAutofit/>
          </a:bodyPr>
          <a:lstStyle/>
          <a:p>
            <a:r>
              <a:rPr lang="en-IN" sz="4800" dirty="0"/>
              <a:t>9.2 Temperature across months </a:t>
            </a:r>
          </a:p>
        </p:txBody>
      </p:sp>
    </p:spTree>
    <p:extLst>
      <p:ext uri="{BB962C8B-B14F-4D97-AF65-F5344CB8AC3E}">
        <p14:creationId xmlns:p14="http://schemas.microsoft.com/office/powerpoint/2010/main" val="88563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674B7FD-D2C6-433E-A6BA-CAA7C1A12794}"/>
              </a:ext>
            </a:extLst>
          </p:cNvPr>
          <p:cNvSpPr>
            <a:spLocks noGrp="1"/>
          </p:cNvSpPr>
          <p:nvPr>
            <p:ph type="sldNum" sz="quarter" idx="10"/>
          </p:nvPr>
        </p:nvSpPr>
        <p:spPr/>
        <p:txBody>
          <a:bodyPr/>
          <a:lstStyle/>
          <a:p>
            <a:fld id="{D495E168-DA5E-4888-8D8A-92B118324C14}" type="slidenum">
              <a:rPr lang="en-US" noProof="0" smtClean="0"/>
              <a:pPr/>
              <a:t>24</a:t>
            </a:fld>
            <a:endParaRPr lang="en-US" noProof="0" dirty="0"/>
          </a:p>
        </p:txBody>
      </p:sp>
      <p:sp>
        <p:nvSpPr>
          <p:cNvPr id="4" name="Footer Placeholder 3">
            <a:extLst>
              <a:ext uri="{FF2B5EF4-FFF2-40B4-BE49-F238E27FC236}">
                <a16:creationId xmlns:a16="http://schemas.microsoft.com/office/drawing/2014/main" id="{589ADC0B-9A2F-4AAF-99B3-48D70A519E23}"/>
              </a:ext>
            </a:extLst>
          </p:cNvPr>
          <p:cNvSpPr>
            <a:spLocks noGrp="1"/>
          </p:cNvSpPr>
          <p:nvPr>
            <p:ph type="ftr" sz="quarter" idx="12"/>
          </p:nvPr>
        </p:nvSpPr>
        <p:spPr/>
        <p:txBody>
          <a:bodyPr/>
          <a:lstStyle/>
          <a:p>
            <a:r>
              <a:rPr lang="en-US" noProof="0"/>
              <a:t>ADD A FOOTER</a:t>
            </a:r>
            <a:endParaRPr lang="en-US" noProof="0" dirty="0"/>
          </a:p>
        </p:txBody>
      </p:sp>
      <p:sp>
        <p:nvSpPr>
          <p:cNvPr id="10" name="Rectangle 1">
            <a:extLst>
              <a:ext uri="{FF2B5EF4-FFF2-40B4-BE49-F238E27FC236}">
                <a16:creationId xmlns:a16="http://schemas.microsoft.com/office/drawing/2014/main" id="{7EE10C05-EBBF-4E43-8667-CACB55F049B0}"/>
              </a:ext>
            </a:extLst>
          </p:cNvPr>
          <p:cNvSpPr>
            <a:spLocks noGrp="1" noChangeArrowheads="1"/>
          </p:cNvSpPr>
          <p:nvPr>
            <p:ph idx="1"/>
          </p:nvPr>
        </p:nvSpPr>
        <p:spPr bwMode="auto">
          <a:xfrm>
            <a:off x="838200" y="3739683"/>
            <a:ext cx="105156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800" b="0" i="0" u="none" strike="noStrike" cap="none" normalizeH="0" baseline="0" dirty="0">
              <a:ln>
                <a:noFill/>
              </a:ln>
              <a:solidFill>
                <a:schemeClr val="tx2">
                  <a:lumMod val="60000"/>
                  <a:lumOff val="40000"/>
                </a:schemeClr>
              </a:solidFill>
              <a:effectLst/>
              <a:latin typeface="Arial" panose="020B0604020202020204" pitchFamily="34" charset="0"/>
            </a:endParaRPr>
          </a:p>
        </p:txBody>
      </p:sp>
      <p:sp>
        <p:nvSpPr>
          <p:cNvPr id="7" name="Title 6">
            <a:extLst>
              <a:ext uri="{FF2B5EF4-FFF2-40B4-BE49-F238E27FC236}">
                <a16:creationId xmlns:a16="http://schemas.microsoft.com/office/drawing/2014/main" id="{2C8AAA18-4801-4A62-8C52-190E4AEDEA81}"/>
              </a:ext>
            </a:extLst>
          </p:cNvPr>
          <p:cNvSpPr>
            <a:spLocks noGrp="1"/>
          </p:cNvSpPr>
          <p:nvPr>
            <p:ph type="title"/>
          </p:nvPr>
        </p:nvSpPr>
        <p:spPr>
          <a:xfrm>
            <a:off x="563479" y="374391"/>
            <a:ext cx="10515600" cy="1325563"/>
          </a:xfrm>
        </p:spPr>
        <p:txBody>
          <a:bodyPr>
            <a:normAutofit/>
          </a:bodyPr>
          <a:lstStyle/>
          <a:p>
            <a:r>
              <a:rPr lang="en-IN" sz="4400" dirty="0"/>
              <a:t>9.2 Temperature across months </a:t>
            </a:r>
          </a:p>
        </p:txBody>
      </p:sp>
      <p:pic>
        <p:nvPicPr>
          <p:cNvPr id="12" name="Picture 11">
            <a:extLst>
              <a:ext uri="{FF2B5EF4-FFF2-40B4-BE49-F238E27FC236}">
                <a16:creationId xmlns:a16="http://schemas.microsoft.com/office/drawing/2014/main" id="{ED5FB6A1-070E-404D-938D-D263A9266FFC}"/>
              </a:ext>
            </a:extLst>
          </p:cNvPr>
          <p:cNvPicPr>
            <a:picLocks noChangeAspect="1"/>
          </p:cNvPicPr>
          <p:nvPr/>
        </p:nvPicPr>
        <p:blipFill>
          <a:blip r:embed="rId2"/>
          <a:stretch>
            <a:fillRect/>
          </a:stretch>
        </p:blipFill>
        <p:spPr>
          <a:xfrm>
            <a:off x="838200" y="2034540"/>
            <a:ext cx="10774679" cy="4083944"/>
          </a:xfrm>
          <a:prstGeom prst="rect">
            <a:avLst/>
          </a:prstGeom>
        </p:spPr>
      </p:pic>
    </p:spTree>
    <p:extLst>
      <p:ext uri="{BB962C8B-B14F-4D97-AF65-F5344CB8AC3E}">
        <p14:creationId xmlns:p14="http://schemas.microsoft.com/office/powerpoint/2010/main" val="16623487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F158D8-9BD6-43B9-A9B9-F26F9EAF9DD0}"/>
              </a:ext>
            </a:extLst>
          </p:cNvPr>
          <p:cNvSpPr>
            <a:spLocks noGrp="1"/>
          </p:cNvSpPr>
          <p:nvPr>
            <p:ph type="sldNum" sz="quarter" idx="10"/>
          </p:nvPr>
        </p:nvSpPr>
        <p:spPr/>
        <p:txBody>
          <a:bodyPr/>
          <a:lstStyle/>
          <a:p>
            <a:fld id="{D495E168-DA5E-4888-8D8A-92B118324C14}" type="slidenum">
              <a:rPr lang="en-US" noProof="0" smtClean="0"/>
              <a:pPr/>
              <a:t>25</a:t>
            </a:fld>
            <a:endParaRPr lang="en-US" noProof="0" dirty="0"/>
          </a:p>
        </p:txBody>
      </p:sp>
      <p:sp>
        <p:nvSpPr>
          <p:cNvPr id="3" name="Footer Placeholder 2">
            <a:extLst>
              <a:ext uri="{FF2B5EF4-FFF2-40B4-BE49-F238E27FC236}">
                <a16:creationId xmlns:a16="http://schemas.microsoft.com/office/drawing/2014/main" id="{4D7B270E-962C-440D-9A9A-51309351DB2D}"/>
              </a:ext>
            </a:extLst>
          </p:cNvPr>
          <p:cNvSpPr>
            <a:spLocks noGrp="1"/>
          </p:cNvSpPr>
          <p:nvPr>
            <p:ph type="ftr" sz="quarter" idx="12"/>
          </p:nvPr>
        </p:nvSpPr>
        <p:spPr/>
        <p:txBody>
          <a:bodyPr/>
          <a:lstStyle/>
          <a:p>
            <a:r>
              <a:rPr lang="en-US" noProof="0"/>
              <a:t>ADD A FOOTER</a:t>
            </a:r>
            <a:endParaRPr lang="en-US" noProof="0" dirty="0"/>
          </a:p>
        </p:txBody>
      </p:sp>
      <p:pic>
        <p:nvPicPr>
          <p:cNvPr id="9" name="Content Placeholder 8">
            <a:extLst>
              <a:ext uri="{FF2B5EF4-FFF2-40B4-BE49-F238E27FC236}">
                <a16:creationId xmlns:a16="http://schemas.microsoft.com/office/drawing/2014/main" id="{ECBDE590-95B4-44C3-9DE5-0109E4C0AE37}"/>
              </a:ext>
            </a:extLst>
          </p:cNvPr>
          <p:cNvPicPr>
            <a:picLocks noGrp="1" noChangeAspect="1"/>
          </p:cNvPicPr>
          <p:nvPr>
            <p:ph idx="4294967295"/>
          </p:nvPr>
        </p:nvPicPr>
        <p:blipFill>
          <a:blip r:embed="rId2"/>
          <a:stretch>
            <a:fillRect/>
          </a:stretch>
        </p:blipFill>
        <p:spPr>
          <a:xfrm>
            <a:off x="838200" y="1028700"/>
            <a:ext cx="10515600" cy="5454650"/>
          </a:xfrm>
          <a:prstGeom prst="rect">
            <a:avLst/>
          </a:prstGeom>
        </p:spPr>
      </p:pic>
      <p:sp>
        <p:nvSpPr>
          <p:cNvPr id="4" name="Title 3">
            <a:extLst>
              <a:ext uri="{FF2B5EF4-FFF2-40B4-BE49-F238E27FC236}">
                <a16:creationId xmlns:a16="http://schemas.microsoft.com/office/drawing/2014/main" id="{7443E143-7D01-45DC-94BF-B42FC0CD7AD5}"/>
              </a:ext>
            </a:extLst>
          </p:cNvPr>
          <p:cNvSpPr>
            <a:spLocks noGrp="1"/>
          </p:cNvSpPr>
          <p:nvPr>
            <p:ph type="title" idx="4294967295"/>
          </p:nvPr>
        </p:nvSpPr>
        <p:spPr>
          <a:xfrm>
            <a:off x="0" y="365125"/>
            <a:ext cx="10515600" cy="1325563"/>
          </a:xfrm>
        </p:spPr>
        <p:txBody>
          <a:bodyPr>
            <a:normAutofit/>
          </a:bodyPr>
          <a:lstStyle/>
          <a:p>
            <a:r>
              <a:rPr lang="en-IN" sz="4400" dirty="0">
                <a:solidFill>
                  <a:schemeClr val="bg1"/>
                </a:solidFill>
              </a:rPr>
              <a:t>9.3 Pair plot </a:t>
            </a:r>
            <a:br>
              <a:rPr lang="en-IN" sz="4400" dirty="0">
                <a:solidFill>
                  <a:schemeClr val="bg1"/>
                </a:solidFill>
              </a:rPr>
            </a:br>
            <a:endParaRPr lang="en-IN" sz="4400" dirty="0">
              <a:solidFill>
                <a:schemeClr val="bg1"/>
              </a:solidFill>
            </a:endParaRPr>
          </a:p>
        </p:txBody>
      </p:sp>
    </p:spTree>
    <p:extLst>
      <p:ext uri="{BB962C8B-B14F-4D97-AF65-F5344CB8AC3E}">
        <p14:creationId xmlns:p14="http://schemas.microsoft.com/office/powerpoint/2010/main" val="26398256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782F7C-0A66-43A9-9589-4F7D571F4EAB}"/>
              </a:ext>
            </a:extLst>
          </p:cNvPr>
          <p:cNvSpPr>
            <a:spLocks noGrp="1"/>
          </p:cNvSpPr>
          <p:nvPr>
            <p:ph type="sldNum" sz="quarter" idx="10"/>
          </p:nvPr>
        </p:nvSpPr>
        <p:spPr/>
        <p:txBody>
          <a:bodyPr/>
          <a:lstStyle/>
          <a:p>
            <a:fld id="{D495E168-DA5E-4888-8D8A-92B118324C14}" type="slidenum">
              <a:rPr lang="en-US" noProof="0" smtClean="0"/>
              <a:pPr/>
              <a:t>26</a:t>
            </a:fld>
            <a:endParaRPr lang="en-US" noProof="0" dirty="0"/>
          </a:p>
        </p:txBody>
      </p:sp>
      <p:sp>
        <p:nvSpPr>
          <p:cNvPr id="3" name="Footer Placeholder 2">
            <a:extLst>
              <a:ext uri="{FF2B5EF4-FFF2-40B4-BE49-F238E27FC236}">
                <a16:creationId xmlns:a16="http://schemas.microsoft.com/office/drawing/2014/main" id="{50BE5AC9-8EEC-4451-88D9-B145290CBF1F}"/>
              </a:ext>
            </a:extLst>
          </p:cNvPr>
          <p:cNvSpPr>
            <a:spLocks noGrp="1"/>
          </p:cNvSpPr>
          <p:nvPr>
            <p:ph type="ftr" sz="quarter" idx="12"/>
          </p:nvPr>
        </p:nvSpPr>
        <p:spPr/>
        <p:txBody>
          <a:bodyPr/>
          <a:lstStyle/>
          <a:p>
            <a:r>
              <a:rPr lang="en-US" noProof="0"/>
              <a:t>ADD A FOOTER</a:t>
            </a:r>
            <a:endParaRPr lang="en-US" noProof="0" dirty="0"/>
          </a:p>
        </p:txBody>
      </p:sp>
      <p:sp>
        <p:nvSpPr>
          <p:cNvPr id="5" name="Text Placeholder 4">
            <a:extLst>
              <a:ext uri="{FF2B5EF4-FFF2-40B4-BE49-F238E27FC236}">
                <a16:creationId xmlns:a16="http://schemas.microsoft.com/office/drawing/2014/main" id="{264BB714-55C2-400D-A3F7-481E0E3CFD79}"/>
              </a:ext>
            </a:extLst>
          </p:cNvPr>
          <p:cNvSpPr>
            <a:spLocks noGrp="1"/>
          </p:cNvSpPr>
          <p:nvPr>
            <p:ph idx="4294967295"/>
          </p:nvPr>
        </p:nvSpPr>
        <p:spPr>
          <a:xfrm>
            <a:off x="0" y="1825625"/>
            <a:ext cx="10515600" cy="4351338"/>
          </a:xfrm>
        </p:spPr>
        <p:txBody>
          <a:bodyPr/>
          <a:lstStyle/>
          <a:p>
            <a:pPr marL="0" indent="0">
              <a:buNone/>
            </a:pPr>
            <a:endParaRPr lang="en-IN" sz="3200" dirty="0"/>
          </a:p>
          <a:p>
            <a:endParaRPr lang="en-IN" dirty="0"/>
          </a:p>
        </p:txBody>
      </p:sp>
      <p:sp>
        <p:nvSpPr>
          <p:cNvPr id="4" name="Title 3">
            <a:extLst>
              <a:ext uri="{FF2B5EF4-FFF2-40B4-BE49-F238E27FC236}">
                <a16:creationId xmlns:a16="http://schemas.microsoft.com/office/drawing/2014/main" id="{B9161747-2563-42C2-AE63-4A45862AE501}"/>
              </a:ext>
            </a:extLst>
          </p:cNvPr>
          <p:cNvSpPr>
            <a:spLocks noGrp="1"/>
          </p:cNvSpPr>
          <p:nvPr>
            <p:ph type="title" idx="4294967295"/>
          </p:nvPr>
        </p:nvSpPr>
        <p:spPr>
          <a:xfrm>
            <a:off x="328613" y="365125"/>
            <a:ext cx="11315699" cy="1325563"/>
          </a:xfrm>
        </p:spPr>
        <p:txBody>
          <a:bodyPr>
            <a:normAutofit fontScale="90000"/>
          </a:bodyPr>
          <a:lstStyle/>
          <a:p>
            <a:r>
              <a:rPr lang="en-IN" sz="4400" dirty="0">
                <a:solidFill>
                  <a:schemeClr val="bg1"/>
                </a:solidFill>
              </a:rPr>
              <a:t>10. Correlation Analysis</a:t>
            </a:r>
            <a:br>
              <a:rPr lang="en-IN" sz="4400" dirty="0"/>
            </a:br>
            <a:r>
              <a:rPr lang="en-IN" sz="2000" dirty="0"/>
              <a:t> </a:t>
            </a:r>
            <a:r>
              <a:rPr lang="en-US" sz="2000" dirty="0">
                <a:solidFill>
                  <a:schemeClr val="tx2">
                    <a:lumMod val="40000"/>
                    <a:lumOff val="60000"/>
                  </a:schemeClr>
                </a:solidFill>
              </a:rPr>
              <a:t>Strongest correlations between variables: DMC and DC (0.68); X and Y (0.54); FFMC and ISI (0.53); temp and RH (-0.53); DC and temp (0.50). DMC and DC are strongly linked because both measure dryness of deeper layers, and ISI is related to FFMC. Correlation with burned area: temp (0.10), RH (-0.08), DMC (0.07), X (0.06), DC (0.05). All are below 0.1 in size, so burned area is hard to predict from these variables alone. Correlation does not prove cause</a:t>
            </a:r>
            <a:r>
              <a:rPr lang="en-US" sz="2000" dirty="0"/>
              <a:t>.</a:t>
            </a:r>
            <a:endParaRPr lang="en-IN" sz="2000" dirty="0"/>
          </a:p>
        </p:txBody>
      </p:sp>
      <p:pic>
        <p:nvPicPr>
          <p:cNvPr id="7" name="Picture 6">
            <a:extLst>
              <a:ext uri="{FF2B5EF4-FFF2-40B4-BE49-F238E27FC236}">
                <a16:creationId xmlns:a16="http://schemas.microsoft.com/office/drawing/2014/main" id="{D7133D67-EB37-488A-BCF0-7C1D1B49483D}"/>
              </a:ext>
            </a:extLst>
          </p:cNvPr>
          <p:cNvPicPr>
            <a:picLocks noChangeAspect="1"/>
          </p:cNvPicPr>
          <p:nvPr/>
        </p:nvPicPr>
        <p:blipFill>
          <a:blip r:embed="rId2"/>
          <a:stretch>
            <a:fillRect/>
          </a:stretch>
        </p:blipFill>
        <p:spPr>
          <a:xfrm>
            <a:off x="2217420" y="2132271"/>
            <a:ext cx="7772400" cy="4351338"/>
          </a:xfrm>
          <a:prstGeom prst="rect">
            <a:avLst/>
          </a:prstGeom>
        </p:spPr>
      </p:pic>
    </p:spTree>
    <p:extLst>
      <p:ext uri="{BB962C8B-B14F-4D97-AF65-F5344CB8AC3E}">
        <p14:creationId xmlns:p14="http://schemas.microsoft.com/office/powerpoint/2010/main" val="439168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9114FF7-2AFA-40EB-81A1-E77330C4559E}"/>
              </a:ext>
            </a:extLst>
          </p:cNvPr>
          <p:cNvSpPr>
            <a:spLocks noGrp="1"/>
          </p:cNvSpPr>
          <p:nvPr>
            <p:ph type="sldNum" sz="quarter" idx="10"/>
          </p:nvPr>
        </p:nvSpPr>
        <p:spPr/>
        <p:txBody>
          <a:bodyPr/>
          <a:lstStyle/>
          <a:p>
            <a:fld id="{D495E168-DA5E-4888-8D8A-92B118324C14}" type="slidenum">
              <a:rPr lang="en-US" noProof="0" smtClean="0"/>
              <a:pPr/>
              <a:t>27</a:t>
            </a:fld>
            <a:endParaRPr lang="en-US" noProof="0" dirty="0"/>
          </a:p>
        </p:txBody>
      </p:sp>
      <p:sp>
        <p:nvSpPr>
          <p:cNvPr id="3" name="Footer Placeholder 2">
            <a:extLst>
              <a:ext uri="{FF2B5EF4-FFF2-40B4-BE49-F238E27FC236}">
                <a16:creationId xmlns:a16="http://schemas.microsoft.com/office/drawing/2014/main" id="{4480C9C8-174F-409C-95AB-1627D8C462B0}"/>
              </a:ext>
            </a:extLst>
          </p:cNvPr>
          <p:cNvSpPr>
            <a:spLocks noGrp="1"/>
          </p:cNvSpPr>
          <p:nvPr>
            <p:ph type="ftr" sz="quarter" idx="12"/>
          </p:nvPr>
        </p:nvSpPr>
        <p:spPr/>
        <p:txBody>
          <a:bodyPr/>
          <a:lstStyle/>
          <a:p>
            <a:r>
              <a:rPr lang="en-US" noProof="0"/>
              <a:t>ADD A FOOTER</a:t>
            </a:r>
            <a:endParaRPr lang="en-US" noProof="0" dirty="0"/>
          </a:p>
        </p:txBody>
      </p:sp>
      <p:sp>
        <p:nvSpPr>
          <p:cNvPr id="4" name="Title 3">
            <a:extLst>
              <a:ext uri="{FF2B5EF4-FFF2-40B4-BE49-F238E27FC236}">
                <a16:creationId xmlns:a16="http://schemas.microsoft.com/office/drawing/2014/main" id="{B552D9EA-6417-49B2-8CC4-4AC1F3AF4B9C}"/>
              </a:ext>
            </a:extLst>
          </p:cNvPr>
          <p:cNvSpPr>
            <a:spLocks noGrp="1"/>
          </p:cNvSpPr>
          <p:nvPr>
            <p:ph type="title"/>
          </p:nvPr>
        </p:nvSpPr>
        <p:spPr/>
        <p:txBody>
          <a:bodyPr>
            <a:normAutofit/>
          </a:bodyPr>
          <a:lstStyle/>
          <a:p>
            <a:r>
              <a:rPr lang="en-IN" sz="4800" dirty="0"/>
              <a:t>Key Findings</a:t>
            </a:r>
          </a:p>
        </p:txBody>
      </p:sp>
      <p:sp>
        <p:nvSpPr>
          <p:cNvPr id="6" name="Content Placeholder 5">
            <a:extLst>
              <a:ext uri="{FF2B5EF4-FFF2-40B4-BE49-F238E27FC236}">
                <a16:creationId xmlns:a16="http://schemas.microsoft.com/office/drawing/2014/main" id="{E7C72E47-93DD-44A3-8667-4A47E0061E54}"/>
              </a:ext>
            </a:extLst>
          </p:cNvPr>
          <p:cNvSpPr>
            <a:spLocks noGrp="1"/>
          </p:cNvSpPr>
          <p:nvPr>
            <p:ph idx="1"/>
          </p:nvPr>
        </p:nvSpPr>
        <p:spPr/>
        <p:txBody>
          <a:bodyPr/>
          <a:lstStyle/>
          <a:p>
            <a:endParaRPr lang="en-US" dirty="0"/>
          </a:p>
          <a:p>
            <a:endParaRPr lang="en-IN" dirty="0"/>
          </a:p>
        </p:txBody>
      </p:sp>
      <p:sp>
        <p:nvSpPr>
          <p:cNvPr id="7" name="Rectangle 1">
            <a:extLst>
              <a:ext uri="{FF2B5EF4-FFF2-40B4-BE49-F238E27FC236}">
                <a16:creationId xmlns:a16="http://schemas.microsoft.com/office/drawing/2014/main" id="{02ADE830-F8AC-4A0A-BDA7-3BB0A864DBA6}"/>
              </a:ext>
            </a:extLst>
          </p:cNvPr>
          <p:cNvSpPr>
            <a:spLocks noGrp="1" noChangeArrowheads="1"/>
          </p:cNvSpPr>
          <p:nvPr>
            <p:ph type="body" sz="half" idx="2"/>
          </p:nvPr>
        </p:nvSpPr>
        <p:spPr bwMode="auto">
          <a:xfrm>
            <a:off x="228601" y="2038131"/>
            <a:ext cx="1142999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00000"/>
              </a:lnSpc>
              <a:spcBef>
                <a:spcPct val="0"/>
              </a:spcBef>
              <a:spcAft>
                <a:spcPct val="0"/>
              </a:spcAft>
            </a:pPr>
            <a:r>
              <a:rPr lang="en-US" sz="2800" dirty="0"/>
              <a:t>1. The data is clean: 0 missing values. 2. Burned area is highly right-skewed. 48% of fires are under 1 ha, and the largest is 1090.84 ha. 3. Aug has the most fires; summer and autumn dominate. 4. Fires occur more frequently on weekends Friday, Saturday, and Sunday which may be associated with increased human activity. 5. FFMC is high (median 91.6) for most fires, i.e. fuel is dry. 6. Fires burn with higher mean temperature in the 'burned' group (19.31 vs 18.43 deg C), but the correlation with area is weak. 7. DMC and DC are strongly correlated (0.68). 8. No single variable explains the burned area well.</a:t>
            </a:r>
            <a:endParaRPr kumimoji="0" lang="en-US" altLang="en-US" sz="2800" b="0" i="0" u="none" strike="noStrike" cap="none" normalizeH="0" baseline="0" dirty="0">
              <a:ln>
                <a:noFill/>
              </a:ln>
              <a:solidFill>
                <a:schemeClr val="tx2">
                  <a:lumMod val="60000"/>
                  <a:lumOff val="40000"/>
                </a:schemeClr>
              </a:solidFill>
              <a:effectLst/>
              <a:latin typeface="Arial" panose="020B0604020202020204" pitchFamily="34" charset="0"/>
            </a:endParaRPr>
          </a:p>
        </p:txBody>
      </p:sp>
    </p:spTree>
    <p:extLst>
      <p:ext uri="{BB962C8B-B14F-4D97-AF65-F5344CB8AC3E}">
        <p14:creationId xmlns:p14="http://schemas.microsoft.com/office/powerpoint/2010/main" val="26151666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13B08D-AA7A-4C2B-BF2D-3E11A0F7C0BA}"/>
              </a:ext>
            </a:extLst>
          </p:cNvPr>
          <p:cNvSpPr>
            <a:spLocks noGrp="1"/>
          </p:cNvSpPr>
          <p:nvPr>
            <p:ph type="sldNum" sz="quarter" idx="10"/>
          </p:nvPr>
        </p:nvSpPr>
        <p:spPr/>
        <p:txBody>
          <a:bodyPr/>
          <a:lstStyle/>
          <a:p>
            <a:fld id="{D495E168-DA5E-4888-8D8A-92B118324C14}" type="slidenum">
              <a:rPr lang="en-US" noProof="0" smtClean="0"/>
              <a:pPr/>
              <a:t>28</a:t>
            </a:fld>
            <a:endParaRPr lang="en-US" noProof="0" dirty="0"/>
          </a:p>
        </p:txBody>
      </p:sp>
      <p:sp>
        <p:nvSpPr>
          <p:cNvPr id="3" name="Footer Placeholder 2">
            <a:extLst>
              <a:ext uri="{FF2B5EF4-FFF2-40B4-BE49-F238E27FC236}">
                <a16:creationId xmlns:a16="http://schemas.microsoft.com/office/drawing/2014/main" id="{3029A229-61C8-4A8E-A0E9-04FCD175DA32}"/>
              </a:ext>
            </a:extLst>
          </p:cNvPr>
          <p:cNvSpPr>
            <a:spLocks noGrp="1"/>
          </p:cNvSpPr>
          <p:nvPr>
            <p:ph type="ftr" sz="quarter" idx="12"/>
          </p:nvPr>
        </p:nvSpPr>
        <p:spPr/>
        <p:txBody>
          <a:bodyPr/>
          <a:lstStyle/>
          <a:p>
            <a:r>
              <a:rPr lang="en-US" noProof="0"/>
              <a:t>ADD A FOOTER</a:t>
            </a:r>
            <a:endParaRPr lang="en-US" noProof="0" dirty="0"/>
          </a:p>
        </p:txBody>
      </p:sp>
      <p:sp>
        <p:nvSpPr>
          <p:cNvPr id="4" name="Title 3">
            <a:extLst>
              <a:ext uri="{FF2B5EF4-FFF2-40B4-BE49-F238E27FC236}">
                <a16:creationId xmlns:a16="http://schemas.microsoft.com/office/drawing/2014/main" id="{E86CDC39-ED8D-49BD-85C7-D4B73FF636C3}"/>
              </a:ext>
            </a:extLst>
          </p:cNvPr>
          <p:cNvSpPr>
            <a:spLocks noGrp="1"/>
          </p:cNvSpPr>
          <p:nvPr>
            <p:ph type="title"/>
          </p:nvPr>
        </p:nvSpPr>
        <p:spPr>
          <a:xfrm>
            <a:off x="784860" y="0"/>
            <a:ext cx="3932237" cy="1600200"/>
          </a:xfrm>
        </p:spPr>
        <p:txBody>
          <a:bodyPr>
            <a:normAutofit/>
          </a:bodyPr>
          <a:lstStyle/>
          <a:p>
            <a:r>
              <a:rPr lang="en-IN" sz="5400" dirty="0"/>
              <a:t>Conclusion</a:t>
            </a:r>
          </a:p>
        </p:txBody>
      </p:sp>
      <p:sp>
        <p:nvSpPr>
          <p:cNvPr id="5" name="Text Placeholder 4">
            <a:extLst>
              <a:ext uri="{FF2B5EF4-FFF2-40B4-BE49-F238E27FC236}">
                <a16:creationId xmlns:a16="http://schemas.microsoft.com/office/drawing/2014/main" id="{02F71A3D-4F6F-44C1-88F0-440FBE8CF70F}"/>
              </a:ext>
            </a:extLst>
          </p:cNvPr>
          <p:cNvSpPr>
            <a:spLocks noGrp="1"/>
          </p:cNvSpPr>
          <p:nvPr>
            <p:ph type="body" sz="half" idx="2"/>
          </p:nvPr>
        </p:nvSpPr>
        <p:spPr>
          <a:xfrm>
            <a:off x="839788" y="2177592"/>
            <a:ext cx="10512424" cy="3691396"/>
          </a:xfrm>
        </p:spPr>
        <p:txBody>
          <a:bodyPr>
            <a:normAutofit/>
          </a:bodyPr>
          <a:lstStyle/>
          <a:p>
            <a:r>
              <a:rPr lang="en-US" sz="2800" dirty="0"/>
              <a:t>This EDA studied 517 forest fire records from </a:t>
            </a:r>
            <a:r>
              <a:rPr lang="en-US" sz="2800" dirty="0" err="1"/>
              <a:t>Montesinho</a:t>
            </a:r>
            <a:r>
              <a:rPr lang="en-US" sz="2800" dirty="0"/>
              <a:t> Park. The data had no missing values and was easy to work with. Fires are concentrated in the hot, dry months and are mostly small, with a few extreme events driving the average area. The weather and index variables show only weak linear relationships with burned area, so predicting fire size is difficult and would need non-linear models or extra information. The results can help forest managers focus prevention work on late summer and weekends.</a:t>
            </a:r>
          </a:p>
          <a:p>
            <a:endParaRPr lang="en-IN" dirty="0"/>
          </a:p>
        </p:txBody>
      </p:sp>
      <p:sp>
        <p:nvSpPr>
          <p:cNvPr id="6" name="Content Placeholder 5">
            <a:extLst>
              <a:ext uri="{FF2B5EF4-FFF2-40B4-BE49-F238E27FC236}">
                <a16:creationId xmlns:a16="http://schemas.microsoft.com/office/drawing/2014/main" id="{19330BDF-12D9-4A02-8427-ED005B18888F}"/>
              </a:ext>
            </a:extLst>
          </p:cNvPr>
          <p:cNvSpPr>
            <a:spLocks noGrp="1"/>
          </p:cNvSpPr>
          <p:nvPr>
            <p:ph idx="1"/>
          </p:nvPr>
        </p:nvSpPr>
        <p:spPr/>
        <p:txBody>
          <a:bodyPr/>
          <a:lstStyle/>
          <a:p>
            <a:r>
              <a:rPr lang="en-US" dirty="0"/>
              <a:t>.</a:t>
            </a:r>
          </a:p>
          <a:p>
            <a:endParaRPr lang="en-IN" dirty="0"/>
          </a:p>
        </p:txBody>
      </p:sp>
    </p:spTree>
    <p:extLst>
      <p:ext uri="{BB962C8B-B14F-4D97-AF65-F5344CB8AC3E}">
        <p14:creationId xmlns:p14="http://schemas.microsoft.com/office/powerpoint/2010/main" val="38292587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D1BEF1-88C5-44FD-86E2-245F50A29701}"/>
              </a:ext>
            </a:extLst>
          </p:cNvPr>
          <p:cNvSpPr>
            <a:spLocks noGrp="1"/>
          </p:cNvSpPr>
          <p:nvPr>
            <p:ph type="sldNum" sz="quarter" idx="10"/>
          </p:nvPr>
        </p:nvSpPr>
        <p:spPr/>
        <p:txBody>
          <a:bodyPr/>
          <a:lstStyle/>
          <a:p>
            <a:fld id="{D495E168-DA5E-4888-8D8A-92B118324C14}" type="slidenum">
              <a:rPr lang="en-US" noProof="0" smtClean="0"/>
              <a:pPr/>
              <a:t>29</a:t>
            </a:fld>
            <a:endParaRPr lang="en-US" noProof="0" dirty="0"/>
          </a:p>
        </p:txBody>
      </p:sp>
      <p:sp>
        <p:nvSpPr>
          <p:cNvPr id="3" name="Footer Placeholder 2">
            <a:extLst>
              <a:ext uri="{FF2B5EF4-FFF2-40B4-BE49-F238E27FC236}">
                <a16:creationId xmlns:a16="http://schemas.microsoft.com/office/drawing/2014/main" id="{46084407-18B0-4AE6-9411-A7A4DA66DF5F}"/>
              </a:ext>
            </a:extLst>
          </p:cNvPr>
          <p:cNvSpPr>
            <a:spLocks noGrp="1"/>
          </p:cNvSpPr>
          <p:nvPr>
            <p:ph type="ftr" sz="quarter" idx="12"/>
          </p:nvPr>
        </p:nvSpPr>
        <p:spPr/>
        <p:txBody>
          <a:bodyPr/>
          <a:lstStyle/>
          <a:p>
            <a:r>
              <a:rPr lang="en-US" noProof="0"/>
              <a:t>ADD A FOOTER</a:t>
            </a:r>
            <a:endParaRPr lang="en-US" noProof="0" dirty="0"/>
          </a:p>
        </p:txBody>
      </p:sp>
      <p:sp>
        <p:nvSpPr>
          <p:cNvPr id="12" name="Title 11">
            <a:extLst>
              <a:ext uri="{FF2B5EF4-FFF2-40B4-BE49-F238E27FC236}">
                <a16:creationId xmlns:a16="http://schemas.microsoft.com/office/drawing/2014/main" id="{26A3F1F9-4E4B-4A82-8528-A0B712389852}"/>
              </a:ext>
            </a:extLst>
          </p:cNvPr>
          <p:cNvSpPr>
            <a:spLocks noGrp="1"/>
          </p:cNvSpPr>
          <p:nvPr>
            <p:ph type="title" idx="4294967295"/>
          </p:nvPr>
        </p:nvSpPr>
        <p:spPr>
          <a:xfrm>
            <a:off x="838200" y="739514"/>
            <a:ext cx="9677400" cy="5546985"/>
          </a:xfrm>
        </p:spPr>
        <p:txBody>
          <a:bodyPr>
            <a:normAutofit fontScale="90000"/>
          </a:bodyPr>
          <a:lstStyle/>
          <a:p>
            <a:r>
              <a:rPr lang="en-IN" dirty="0">
                <a:solidFill>
                  <a:schemeClr val="bg1"/>
                </a:solidFill>
              </a:rPr>
              <a:t>13. References </a:t>
            </a:r>
            <a:br>
              <a:rPr lang="en-IN" dirty="0"/>
            </a:br>
            <a:br>
              <a:rPr lang="en-IN" dirty="0"/>
            </a:br>
            <a:r>
              <a:rPr lang="en-IN" sz="3600" dirty="0">
                <a:solidFill>
                  <a:schemeClr val="tx2">
                    <a:lumMod val="60000"/>
                    <a:lumOff val="40000"/>
                  </a:schemeClr>
                </a:solidFill>
              </a:rPr>
              <a:t>1. , P. and </a:t>
            </a:r>
            <a:r>
              <a:rPr lang="en-IN" sz="3600" dirty="0" err="1">
                <a:solidFill>
                  <a:schemeClr val="tx2">
                    <a:lumMod val="60000"/>
                    <a:lumOff val="40000"/>
                  </a:schemeClr>
                </a:solidFill>
              </a:rPr>
              <a:t>Morais</a:t>
            </a:r>
            <a:r>
              <a:rPr lang="en-IN" sz="3600" dirty="0">
                <a:solidFill>
                  <a:schemeClr val="tx2">
                    <a:lumMod val="60000"/>
                    <a:lumOff val="40000"/>
                  </a:schemeClr>
                </a:solidFill>
              </a:rPr>
              <a:t>, A. (2007). Using </a:t>
            </a:r>
            <a:r>
              <a:rPr lang="en-IN" sz="3600" dirty="0" err="1">
                <a:solidFill>
                  <a:schemeClr val="tx2">
                    <a:lumMod val="60000"/>
                    <a:lumOff val="40000"/>
                  </a:schemeClr>
                </a:solidFill>
              </a:rPr>
              <a:t>weCortezather</a:t>
            </a:r>
            <a:r>
              <a:rPr lang="en-IN" sz="3600" dirty="0">
                <a:solidFill>
                  <a:schemeClr val="tx2">
                    <a:lumMod val="60000"/>
                    <a:lumOff val="40000"/>
                  </a:schemeClr>
                </a:solidFill>
              </a:rPr>
              <a:t> data to predict forest fires with data mining. Presented at the 13th EPIA Conference, held in Portugal in 2007 2. Machine Learning Repository: https://archive.ics.uci.edu/dataset/162/forest+fires 3. Pandas documentation. https://pandas.pydata.org 4. Matplotlib documentation. https://matplotlib.org 5. Seaborn documentation. https://seaborn.pydata.org Forest 6. Canadian Forest Fire Weather Index System, Natural Resources Canada. Fires dataset.</a:t>
            </a:r>
            <a:br>
              <a:rPr lang="en-IN" sz="3600" dirty="0">
                <a:solidFill>
                  <a:schemeClr val="tx2">
                    <a:lumMod val="60000"/>
                    <a:lumOff val="40000"/>
                  </a:schemeClr>
                </a:solidFill>
              </a:rPr>
            </a:br>
            <a:br>
              <a:rPr lang="en-IN" sz="3600" dirty="0">
                <a:solidFill>
                  <a:schemeClr val="tx2">
                    <a:lumMod val="60000"/>
                    <a:lumOff val="40000"/>
                  </a:schemeClr>
                </a:solidFill>
              </a:rPr>
            </a:br>
            <a:endParaRPr lang="en-IN" sz="3600" dirty="0">
              <a:solidFill>
                <a:schemeClr val="tx2">
                  <a:lumMod val="60000"/>
                  <a:lumOff val="40000"/>
                </a:schemeClr>
              </a:solidFill>
            </a:endParaRPr>
          </a:p>
        </p:txBody>
      </p:sp>
    </p:spTree>
    <p:extLst>
      <p:ext uri="{BB962C8B-B14F-4D97-AF65-F5344CB8AC3E}">
        <p14:creationId xmlns:p14="http://schemas.microsoft.com/office/powerpoint/2010/main" val="985139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36B837-C6AB-4D8C-8268-0C6A83BDE0B8}"/>
              </a:ext>
            </a:extLst>
          </p:cNvPr>
          <p:cNvSpPr>
            <a:spLocks noGrp="1"/>
          </p:cNvSpPr>
          <p:nvPr>
            <p:ph type="sldNum" sz="quarter" idx="10"/>
          </p:nvPr>
        </p:nvSpPr>
        <p:spPr/>
        <p:txBody>
          <a:bodyPr/>
          <a:lstStyle/>
          <a:p>
            <a:fld id="{D495E168-DA5E-4888-8D8A-92B118324C14}" type="slidenum">
              <a:rPr lang="en-US" noProof="0" smtClean="0"/>
              <a:pPr/>
              <a:t>30</a:t>
            </a:fld>
            <a:endParaRPr lang="en-US" noProof="0" dirty="0"/>
          </a:p>
        </p:txBody>
      </p:sp>
      <p:sp>
        <p:nvSpPr>
          <p:cNvPr id="3" name="Footer Placeholder 2">
            <a:extLst>
              <a:ext uri="{FF2B5EF4-FFF2-40B4-BE49-F238E27FC236}">
                <a16:creationId xmlns:a16="http://schemas.microsoft.com/office/drawing/2014/main" id="{BF771678-C806-4750-8B37-30C7BBB1FB40}"/>
              </a:ext>
            </a:extLst>
          </p:cNvPr>
          <p:cNvSpPr>
            <a:spLocks noGrp="1"/>
          </p:cNvSpPr>
          <p:nvPr>
            <p:ph type="ftr" sz="quarter" idx="12"/>
          </p:nvPr>
        </p:nvSpPr>
        <p:spPr/>
        <p:txBody>
          <a:bodyPr/>
          <a:lstStyle/>
          <a:p>
            <a:r>
              <a:rPr lang="en-US" noProof="0"/>
              <a:t>ADD A FOOTER</a:t>
            </a:r>
            <a:endParaRPr lang="en-US" noProof="0" dirty="0"/>
          </a:p>
        </p:txBody>
      </p:sp>
      <p:sp>
        <p:nvSpPr>
          <p:cNvPr id="5" name="Rectangle 4">
            <a:extLst>
              <a:ext uri="{FF2B5EF4-FFF2-40B4-BE49-F238E27FC236}">
                <a16:creationId xmlns:a16="http://schemas.microsoft.com/office/drawing/2014/main" id="{C534E451-CABC-48D7-966E-3A321698D277}"/>
              </a:ext>
            </a:extLst>
          </p:cNvPr>
          <p:cNvSpPr/>
          <p:nvPr/>
        </p:nvSpPr>
        <p:spPr>
          <a:xfrm>
            <a:off x="4492965" y="374391"/>
            <a:ext cx="6227410" cy="646331"/>
          </a:xfrm>
          <a:prstGeom prst="rect">
            <a:avLst/>
          </a:prstGeom>
        </p:spPr>
        <p:txBody>
          <a:bodyPr wrap="none">
            <a:spAutoFit/>
          </a:bodyPr>
          <a:lstStyle/>
          <a:p>
            <a:r>
              <a:rPr lang="en-IN" sz="3600" dirty="0">
                <a:solidFill>
                  <a:schemeClr val="bg2">
                    <a:lumMod val="75000"/>
                  </a:schemeClr>
                </a:solidFill>
              </a:rPr>
              <a:t>Appendix: Python Source Code </a:t>
            </a:r>
          </a:p>
        </p:txBody>
      </p:sp>
      <p:pic>
        <p:nvPicPr>
          <p:cNvPr id="8" name="Picture 7">
            <a:extLst>
              <a:ext uri="{FF2B5EF4-FFF2-40B4-BE49-F238E27FC236}">
                <a16:creationId xmlns:a16="http://schemas.microsoft.com/office/drawing/2014/main" id="{5638FF01-3450-49D3-8CA9-BBFB30ADF91A}"/>
              </a:ext>
            </a:extLst>
          </p:cNvPr>
          <p:cNvPicPr>
            <a:picLocks noChangeAspect="1"/>
          </p:cNvPicPr>
          <p:nvPr/>
        </p:nvPicPr>
        <p:blipFill>
          <a:blip r:embed="rId2"/>
          <a:stretch>
            <a:fillRect/>
          </a:stretch>
        </p:blipFill>
        <p:spPr>
          <a:xfrm>
            <a:off x="182880" y="1166496"/>
            <a:ext cx="12009120" cy="5485763"/>
          </a:xfrm>
          <a:prstGeom prst="rect">
            <a:avLst/>
          </a:prstGeom>
        </p:spPr>
      </p:pic>
    </p:spTree>
    <p:extLst>
      <p:ext uri="{BB962C8B-B14F-4D97-AF65-F5344CB8AC3E}">
        <p14:creationId xmlns:p14="http://schemas.microsoft.com/office/powerpoint/2010/main" val="1105392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8CB4E88-A8A4-4CBA-96D9-9972C2AF1AF6}"/>
              </a:ext>
            </a:extLst>
          </p:cNvPr>
          <p:cNvSpPr>
            <a:spLocks noGrp="1"/>
          </p:cNvSpPr>
          <p:nvPr>
            <p:ph type="sldNum" sz="quarter" idx="10"/>
          </p:nvPr>
        </p:nvSpPr>
        <p:spPr/>
        <p:txBody>
          <a:bodyPr/>
          <a:lstStyle/>
          <a:p>
            <a:fld id="{D495E168-DA5E-4888-8D8A-92B118324C14}" type="slidenum">
              <a:rPr lang="en-US" noProof="0" smtClean="0"/>
              <a:pPr/>
              <a:t>31</a:t>
            </a:fld>
            <a:endParaRPr lang="en-US" noProof="0" dirty="0"/>
          </a:p>
        </p:txBody>
      </p:sp>
      <p:sp>
        <p:nvSpPr>
          <p:cNvPr id="3" name="Footer Placeholder 2">
            <a:extLst>
              <a:ext uri="{FF2B5EF4-FFF2-40B4-BE49-F238E27FC236}">
                <a16:creationId xmlns:a16="http://schemas.microsoft.com/office/drawing/2014/main" id="{EFB50AB1-C2C4-49A9-A213-DC8ECED632B2}"/>
              </a:ext>
            </a:extLst>
          </p:cNvPr>
          <p:cNvSpPr>
            <a:spLocks noGrp="1"/>
          </p:cNvSpPr>
          <p:nvPr>
            <p:ph type="ftr" sz="quarter" idx="12"/>
          </p:nvPr>
        </p:nvSpPr>
        <p:spPr/>
        <p:txBody>
          <a:bodyPr/>
          <a:lstStyle/>
          <a:p>
            <a:r>
              <a:rPr lang="en-US" noProof="0"/>
              <a:t>ADD A FOOTER</a:t>
            </a:r>
            <a:endParaRPr lang="en-US" noProof="0" dirty="0"/>
          </a:p>
        </p:txBody>
      </p:sp>
      <p:pic>
        <p:nvPicPr>
          <p:cNvPr id="4" name="Picture 3">
            <a:extLst>
              <a:ext uri="{FF2B5EF4-FFF2-40B4-BE49-F238E27FC236}">
                <a16:creationId xmlns:a16="http://schemas.microsoft.com/office/drawing/2014/main" id="{4CD94A73-E88C-4B4D-ACC4-390B78BF4E76}"/>
              </a:ext>
            </a:extLst>
          </p:cNvPr>
          <p:cNvPicPr>
            <a:picLocks noChangeAspect="1"/>
          </p:cNvPicPr>
          <p:nvPr/>
        </p:nvPicPr>
        <p:blipFill>
          <a:blip r:embed="rId2"/>
          <a:stretch>
            <a:fillRect/>
          </a:stretch>
        </p:blipFill>
        <p:spPr>
          <a:xfrm>
            <a:off x="228601" y="257175"/>
            <a:ext cx="11601450" cy="6429376"/>
          </a:xfrm>
          <a:prstGeom prst="rect">
            <a:avLst/>
          </a:prstGeom>
        </p:spPr>
      </p:pic>
    </p:spTree>
    <p:extLst>
      <p:ext uri="{BB962C8B-B14F-4D97-AF65-F5344CB8AC3E}">
        <p14:creationId xmlns:p14="http://schemas.microsoft.com/office/powerpoint/2010/main" val="36607947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DB97B3-8BCD-44B2-82F9-7206D242E348}"/>
              </a:ext>
            </a:extLst>
          </p:cNvPr>
          <p:cNvSpPr>
            <a:spLocks noGrp="1"/>
          </p:cNvSpPr>
          <p:nvPr>
            <p:ph type="sldNum" sz="quarter" idx="10"/>
          </p:nvPr>
        </p:nvSpPr>
        <p:spPr/>
        <p:txBody>
          <a:bodyPr/>
          <a:lstStyle/>
          <a:p>
            <a:fld id="{D495E168-DA5E-4888-8D8A-92B118324C14}" type="slidenum">
              <a:rPr lang="en-US" noProof="0" smtClean="0"/>
              <a:pPr/>
              <a:t>32</a:t>
            </a:fld>
            <a:endParaRPr lang="en-US" noProof="0" dirty="0"/>
          </a:p>
        </p:txBody>
      </p:sp>
      <p:sp>
        <p:nvSpPr>
          <p:cNvPr id="3" name="Footer Placeholder 2">
            <a:extLst>
              <a:ext uri="{FF2B5EF4-FFF2-40B4-BE49-F238E27FC236}">
                <a16:creationId xmlns:a16="http://schemas.microsoft.com/office/drawing/2014/main" id="{85DB8F06-2C74-4A18-900B-F86F8DB73618}"/>
              </a:ext>
            </a:extLst>
          </p:cNvPr>
          <p:cNvSpPr>
            <a:spLocks noGrp="1"/>
          </p:cNvSpPr>
          <p:nvPr>
            <p:ph type="ftr" sz="quarter" idx="12"/>
          </p:nvPr>
        </p:nvSpPr>
        <p:spPr/>
        <p:txBody>
          <a:bodyPr/>
          <a:lstStyle/>
          <a:p>
            <a:r>
              <a:rPr lang="en-US" noProof="0"/>
              <a:t>ADD A FOOTER</a:t>
            </a:r>
            <a:endParaRPr lang="en-US" noProof="0" dirty="0"/>
          </a:p>
        </p:txBody>
      </p:sp>
      <p:pic>
        <p:nvPicPr>
          <p:cNvPr id="4" name="Picture 3">
            <a:extLst>
              <a:ext uri="{FF2B5EF4-FFF2-40B4-BE49-F238E27FC236}">
                <a16:creationId xmlns:a16="http://schemas.microsoft.com/office/drawing/2014/main" id="{19EAD5B3-DDAD-46D3-895A-0DCD104CB3B2}"/>
              </a:ext>
            </a:extLst>
          </p:cNvPr>
          <p:cNvPicPr>
            <a:picLocks noChangeAspect="1"/>
          </p:cNvPicPr>
          <p:nvPr/>
        </p:nvPicPr>
        <p:blipFill>
          <a:blip r:embed="rId2"/>
          <a:stretch>
            <a:fillRect/>
          </a:stretch>
        </p:blipFill>
        <p:spPr>
          <a:xfrm>
            <a:off x="257174" y="214312"/>
            <a:ext cx="11687175" cy="6415087"/>
          </a:xfrm>
          <a:prstGeom prst="rect">
            <a:avLst/>
          </a:prstGeom>
        </p:spPr>
      </p:pic>
    </p:spTree>
    <p:extLst>
      <p:ext uri="{BB962C8B-B14F-4D97-AF65-F5344CB8AC3E}">
        <p14:creationId xmlns:p14="http://schemas.microsoft.com/office/powerpoint/2010/main" val="10939499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9D248F-76A4-4957-8E30-7B4DF33B11D8}"/>
              </a:ext>
            </a:extLst>
          </p:cNvPr>
          <p:cNvSpPr>
            <a:spLocks noGrp="1"/>
          </p:cNvSpPr>
          <p:nvPr>
            <p:ph type="sldNum" sz="quarter" idx="10"/>
          </p:nvPr>
        </p:nvSpPr>
        <p:spPr/>
        <p:txBody>
          <a:bodyPr/>
          <a:lstStyle/>
          <a:p>
            <a:fld id="{D495E168-DA5E-4888-8D8A-92B118324C14}" type="slidenum">
              <a:rPr lang="en-US" noProof="0" smtClean="0"/>
              <a:pPr/>
              <a:t>33</a:t>
            </a:fld>
            <a:endParaRPr lang="en-US" noProof="0" dirty="0"/>
          </a:p>
        </p:txBody>
      </p:sp>
      <p:sp>
        <p:nvSpPr>
          <p:cNvPr id="3" name="Footer Placeholder 2">
            <a:extLst>
              <a:ext uri="{FF2B5EF4-FFF2-40B4-BE49-F238E27FC236}">
                <a16:creationId xmlns:a16="http://schemas.microsoft.com/office/drawing/2014/main" id="{2A853370-8B39-4868-BBBA-69C819611F05}"/>
              </a:ext>
            </a:extLst>
          </p:cNvPr>
          <p:cNvSpPr>
            <a:spLocks noGrp="1"/>
          </p:cNvSpPr>
          <p:nvPr>
            <p:ph type="ftr" sz="quarter" idx="12"/>
          </p:nvPr>
        </p:nvSpPr>
        <p:spPr/>
        <p:txBody>
          <a:bodyPr/>
          <a:lstStyle/>
          <a:p>
            <a:r>
              <a:rPr lang="en-US" noProof="0"/>
              <a:t>ADD A FOOTER</a:t>
            </a:r>
            <a:endParaRPr lang="en-US" noProof="0" dirty="0"/>
          </a:p>
        </p:txBody>
      </p:sp>
      <p:pic>
        <p:nvPicPr>
          <p:cNvPr id="4" name="Picture 3">
            <a:extLst>
              <a:ext uri="{FF2B5EF4-FFF2-40B4-BE49-F238E27FC236}">
                <a16:creationId xmlns:a16="http://schemas.microsoft.com/office/drawing/2014/main" id="{E1EBD957-895B-4B29-B7C8-04CDB70AC1B5}"/>
              </a:ext>
            </a:extLst>
          </p:cNvPr>
          <p:cNvPicPr>
            <a:picLocks noChangeAspect="1"/>
          </p:cNvPicPr>
          <p:nvPr/>
        </p:nvPicPr>
        <p:blipFill>
          <a:blip r:embed="rId2"/>
          <a:stretch>
            <a:fillRect/>
          </a:stretch>
        </p:blipFill>
        <p:spPr>
          <a:xfrm>
            <a:off x="442913" y="271463"/>
            <a:ext cx="11415712" cy="6212146"/>
          </a:xfrm>
          <a:prstGeom prst="rect">
            <a:avLst/>
          </a:prstGeom>
        </p:spPr>
      </p:pic>
    </p:spTree>
    <p:extLst>
      <p:ext uri="{BB962C8B-B14F-4D97-AF65-F5344CB8AC3E}">
        <p14:creationId xmlns:p14="http://schemas.microsoft.com/office/powerpoint/2010/main" val="892616671"/>
      </p:ext>
    </p:extLst>
  </p:cSld>
  <p:clrMapOvr>
    <a:masterClrMapping/>
  </p:clrMapOvr>
</p:sld>
</file>

<file path=ppt/theme/theme1.xml><?xml version="1.0" encoding="utf-8"?>
<a:theme xmlns:a="http://schemas.openxmlformats.org/drawingml/2006/main" name="Office Theme">
  <a:themeElements>
    <a:clrScheme name="Custom 24">
      <a:dk1>
        <a:sysClr val="windowText" lastClr="000000"/>
      </a:dk1>
      <a:lt1>
        <a:sysClr val="window" lastClr="FFFFFF"/>
      </a:lt1>
      <a:dk2>
        <a:srgbClr val="64AC00"/>
      </a:dk2>
      <a:lt2>
        <a:srgbClr val="CBFF00"/>
      </a:lt2>
      <a:accent1>
        <a:srgbClr val="002E62"/>
      </a:accent1>
      <a:accent2>
        <a:srgbClr val="004CB9"/>
      </a:accent2>
      <a:accent3>
        <a:srgbClr val="005500"/>
      </a:accent3>
      <a:accent4>
        <a:srgbClr val="16B3DC"/>
      </a:accent4>
      <a:accent5>
        <a:srgbClr val="F9DC5C"/>
      </a:accent5>
      <a:accent6>
        <a:srgbClr val="EF626C"/>
      </a:accent6>
      <a:hlink>
        <a:srgbClr val="FFFFFF"/>
      </a:hlink>
      <a:folHlink>
        <a:srgbClr val="FFFFFF"/>
      </a:folHlink>
    </a:clrScheme>
    <a:fontScheme name="Custom 21">
      <a:majorFont>
        <a:latin typeface="Gill Sans MT"/>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TF22977542_Outdoors presentation_RVA_v4.potx" id="{6CD96AFB-7D75-48FF-A856-C8B82BF3C12B}" vid="{1E6ACFD4-3AE6-4944-B76B-DA44E915EC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935B1F0-3442-4957-9701-25816EFDB6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26A71AF-4CF2-4B95-BFB6-5C27500258C6}">
  <ds:schemaRefs>
    <ds:schemaRef ds:uri="http://schemas.microsoft.com/office/2006/documentManagement/types"/>
    <ds:schemaRef ds:uri="http://schemas.microsoft.com/office/2006/metadata/properties"/>
    <ds:schemaRef ds:uri="http://purl.org/dc/terms/"/>
    <ds:schemaRef ds:uri="http://schemas.openxmlformats.org/package/2006/metadata/core-properties"/>
    <ds:schemaRef ds:uri="16c05727-aa75-4e4a-9b5f-8a80a1165891"/>
    <ds:schemaRef ds:uri="http://purl.org/dc/dcmitype/"/>
    <ds:schemaRef ds:uri="http://schemas.microsoft.com/office/infopath/2007/PartnerControls"/>
    <ds:schemaRef ds:uri="71af3243-3dd4-4a8d-8c0d-dd76da1f02a5"/>
    <ds:schemaRef ds:uri="http://www.w3.org/XML/1998/namespace"/>
    <ds:schemaRef ds:uri="http://purl.org/dc/elements/1.1/"/>
  </ds:schemaRefs>
</ds:datastoreItem>
</file>

<file path=customXml/itemProps3.xml><?xml version="1.0" encoding="utf-8"?>
<ds:datastoreItem xmlns:ds="http://schemas.openxmlformats.org/officeDocument/2006/customXml" ds:itemID="{0F60B100-7079-4DE7-AF7C-20BFB1D62C4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Outdoor exploration presentation</Template>
  <TotalTime>0</TotalTime>
  <Words>1752</Words>
  <Application>Microsoft Office PowerPoint</Application>
  <PresentationFormat>Widescreen</PresentationFormat>
  <Paragraphs>604</Paragraphs>
  <Slides>33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Arial</vt:lpstr>
      <vt:lpstr>Calibri</vt:lpstr>
      <vt:lpstr>Franklin Gothic Book</vt:lpstr>
      <vt:lpstr>Gill Sans MT</vt:lpstr>
      <vt:lpstr>Office Theme</vt:lpstr>
      <vt:lpstr>Source: UCI Machine Learning Repository</vt:lpstr>
      <vt:lpstr>-Index</vt:lpstr>
      <vt:lpstr>1. Introduction and Objective </vt:lpstr>
      <vt:lpstr>2. Dataset Description</vt:lpstr>
      <vt:lpstr>Variables Numeric: X, Y, FFMC, DMC, DC, ISI, temp, RH, wind, rain, area Categorical: month, day Example rows shown for context  </vt:lpstr>
      <vt:lpstr>.</vt:lpstr>
      <vt:lpstr>PowerPoint Presentation</vt:lpstr>
      <vt:lpstr>Data Quality</vt:lpstr>
      <vt:lpstr>There are 0 missing values, so no imputation was needed. 4 duplicate row(s) were found (these look like separate fires with identical readings, so they were kept). A total of 247 records (47.8%) have a burned area of 0, which means the burned area was less than 1 ha and was rounded down to 0 in the original data. The area variable is heavily right-skewed (skewness 12.85), with 63 outliers by the IQR rule. These are real large fires, so they were kept, and a log(1 + area) transformation was used for plotting. index mis.</vt:lpstr>
      <vt:lpstr>Descriptive Statistics</vt:lpstr>
      <vt:lpstr>The average temperature is 18.89 deg C and the average relative humidity is 44.29%. The mean burned area is 12.85 ha while the median is 0.52 ha, and the maximum is 1090.84 ha. Since the mean is far above the median, a few very large fires pull the average up. Rain is almost always 0 (mean 0.02 mm).</vt:lpstr>
      <vt:lpstr>7. Univariate Analysis  7.1 Distribution of weather and fire indices</vt:lpstr>
      <vt:lpstr>7.2 Box plots</vt:lpstr>
      <vt:lpstr>7.3 Burned area  Most fires are small and a few are huge. After the log transformation the distribution is easier to read. The spike at zero is the 247 fires with no recorded area.</vt:lpstr>
      <vt:lpstr>7.4 Month and day  The most fires occurred in aug (184 fires), followed by sep (172), mar (54). Weekends are busier: sun has 95 and fri 85 fires, against 54 on wed.</vt:lpstr>
      <vt:lpstr>8. Grouping and Aggregation  8.1 By season</vt:lpstr>
      <vt:lpstr>8.2 By day of week </vt:lpstr>
      <vt:lpstr>8.3 Mean burned area by month The highest mean burned area is in may (19.2 ha). Note that months with few fires can have a high average because of one large fire.</vt:lpstr>
      <vt:lpstr>8.4 Burned vs not burned (area &gt; 0)</vt:lpstr>
      <vt:lpstr>8.5 By temperature band</vt:lpstr>
      <vt:lpstr>8.6 Five largest fires in</vt:lpstr>
      <vt:lpstr>9. Bivariate Analysis  9.1 Weather vs burned area </vt:lpstr>
      <vt:lpstr>9.2 Temperature across months </vt:lpstr>
      <vt:lpstr>9.2 Temperature across months </vt:lpstr>
      <vt:lpstr>9.3 Pair plot  </vt:lpstr>
      <vt:lpstr>10. Correlation Analysis  Strongest correlations between variables: DMC and DC (0.68); X and Y (0.54); FFMC and ISI (0.53); temp and RH (-0.53); DC and temp (0.50). DMC and DC are strongly linked because both measure dryness of deeper layers, and ISI is related to FFMC. Correlation with burned area: temp (0.10), RH (-0.08), DMC (0.07), X (0.06), DC (0.05). All are below 0.1 in size, so burned area is hard to predict from these variables alone. Correlation does not prove cause.</vt:lpstr>
      <vt:lpstr>Key Findings</vt:lpstr>
      <vt:lpstr>Conclusion</vt:lpstr>
      <vt:lpstr>13. References   1. , P. and Morais, A. (2007). Using weCortezather data to predict forest fires with data mining. Presented at the 13th EPIA Conference, held in Portugal in 2007 2. Machine Learning Repository: https://archive.ics.uci.edu/dataset/162/forest+fires 3. Pandas documentation. https://pandas.pydata.org 4. Matplotlib documentation. https://matplotlib.org 5. Seaborn documentation. https://seaborn.pydata.org Forest 6. Canadian Forest Fire Weather Index System, Natural Resources Canada. Fires dataset.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2026-10-02T11:28:02Z</dcterms:created>
  <dcterms:modified xsi:type="dcterms:W3CDTF">2026-10-05T05:05:19Z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